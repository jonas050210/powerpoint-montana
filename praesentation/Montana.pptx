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siehst du den Ablauf: Lage, Geschichte, Natur, Wirtschaft, Kultur,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Montana ist der viertgrößte Bundesstaat der USA. Die Hauptstadt ist Helena, die größte Stadt Billings. Es leben nur etwa drei Menschen pro Quadratkilometer. Quelle: Wikipedia Montana.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kurze Zeitreise: 1803 kommt das Gebiet zu den USA, 1864 entsteht das Territorium, 1889 wird Montana der 41. Bundesstaat.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1803 kaufen die USA das Gebiet im Louisiana Purchase. 1858 wird Gold gefunden. 1864 entsteht das Montana-Territorium. Am 8. November 1889 wird Montana als 41. Staat aufgenommen. Quelle: Britannica, History.com.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Glacier National Park liegt im Nordwesten Montanas an der kanadischen Grenze, gegründet 1910. Heute gibt es 26 benannte Gletscher, um 1850 waren es rund 150. Das Bild ist KI-generiert. Quelle: glacier-nationalpark.com, Britannica Kids.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Wirtschaft ist stark von Landwirtschaft geprägt. Dazu kommen Bergbau und Tourismus. Das Farmbild stammt vom USGS und ist gemeinfrei. Quelle: Montana Department of Labor &amp;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Montana ist Heimat von elf Stammesnationen auf sieben Reservaten. Die Crow Fair seit 1909 ist eines der größten indigenen Treffen Nordamerikas. Charles M. Russell hat über 2.000 Gemälde geschaffen. Quelle: History.com, Montana Beyond, Wikipedia.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 paar Zahlen: rund 1,14 Millionen Einwohner laut Schätzung 2025, rund 1,01 Millionen Acres Nationalpark, 13,7 Millionen Besucher 2024 und seit 1889 der 41. Bundesstaat. Quelle: Wikipedia, glacier-nationalpark.com.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Drei Gedanken zum Schluss: Montana ist weit und dünn besiedelt. Geschichte und Gegenwart hängen eng zusammen. Die Natur ist ein Schatz, den man schützen muss. Big Sky Country 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Hier sind die Quellen. Hauptquellen: Wikipedia, Britannica, History.com und die offiziellen Seiten. Das Farmfoto stammt vom USGS, Titel- und Naturbild sind KI-generiert.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 Schluss ein Quiz. Frage 1: Wann wurde Montana aufgenommen? Klick: 8. November 1889. Frage 2: Die Hauptstadt? Helena. Frage 3: Wie viele benannte Gletscher gibt es heute? 26. Frage 4: Rang nach Fläche? Platz 4. Jeder Klick blendet die nächste Lösung ein. Danke!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Start: ein weißer Block, außen herum schwarze Balken. Der Block wird gleich zur USA-Karte.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Balken werden die Staatsgrenzen, der Block wird der Umriss der USA. Danach fliegen alle 48 Staatsnamen 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 auf Montana: Montana wird orange. Präsentation von Jonas.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Umriss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508102"/>
                </a:lnTo>
                <a:lnTo>
                  <a:pt x="5841797" y="6858000"/>
                </a:lnTo>
                <a:close/>
                <a:moveTo>
                  <a:pt x="2823778" y="1085011"/>
                </a:moveTo>
                <a:lnTo>
                  <a:pt x="2818292" y="1088178"/>
                </a:lnTo>
                <a:lnTo>
                  <a:pt x="2818292" y="1081843"/>
                </a:lnTo>
                <a:close/>
                <a:moveTo>
                  <a:pt x="7259372" y="3141557"/>
                </a:moveTo>
                <a:lnTo>
                  <a:pt x="7259371" y="3141642"/>
                </a:lnTo>
                <a:lnTo>
                  <a:pt x="7259368" y="3141726"/>
                </a:lnTo>
                <a:lnTo>
                  <a:pt x="7259363" y="3141811"/>
                </a:lnTo>
                <a:lnTo>
                  <a:pt x="7259356" y="3141896"/>
                </a:lnTo>
                <a:lnTo>
                  <a:pt x="7259347" y="3141980"/>
                </a:lnTo>
                <a:lnTo>
                  <a:pt x="7259337" y="3142064"/>
                </a:lnTo>
                <a:lnTo>
                  <a:pt x="7259324" y="3142148"/>
                </a:lnTo>
                <a:lnTo>
                  <a:pt x="7259309" y="3142231"/>
                </a:lnTo>
                <a:lnTo>
                  <a:pt x="7259293" y="3142315"/>
                </a:lnTo>
                <a:lnTo>
                  <a:pt x="7259274" y="3142397"/>
                </a:lnTo>
                <a:lnTo>
                  <a:pt x="7259254" y="3142480"/>
                </a:lnTo>
                <a:lnTo>
                  <a:pt x="7259231" y="3142561"/>
                </a:lnTo>
                <a:lnTo>
                  <a:pt x="7259207" y="3142643"/>
                </a:lnTo>
                <a:lnTo>
                  <a:pt x="7259181" y="3142723"/>
                </a:lnTo>
                <a:lnTo>
                  <a:pt x="7259153" y="3142803"/>
                </a:lnTo>
                <a:lnTo>
                  <a:pt x="7259123" y="3142883"/>
                </a:lnTo>
                <a:lnTo>
                  <a:pt x="7259091" y="3142961"/>
                </a:lnTo>
                <a:lnTo>
                  <a:pt x="7259058" y="3143039"/>
                </a:lnTo>
                <a:lnTo>
                  <a:pt x="7259023" y="3143116"/>
                </a:lnTo>
                <a:lnTo>
                  <a:pt x="7258986" y="3143193"/>
                </a:lnTo>
                <a:lnTo>
                  <a:pt x="7258947" y="3143268"/>
                </a:lnTo>
                <a:lnTo>
                  <a:pt x="7258906" y="3143343"/>
                </a:lnTo>
                <a:lnTo>
                  <a:pt x="7258864" y="3143416"/>
                </a:lnTo>
                <a:lnTo>
                  <a:pt x="7258820" y="3143489"/>
                </a:lnTo>
                <a:lnTo>
                  <a:pt x="7258774" y="3143560"/>
                </a:lnTo>
                <a:lnTo>
                  <a:pt x="7258727" y="3143631"/>
                </a:lnTo>
                <a:lnTo>
                  <a:pt x="7258678" y="3143700"/>
                </a:lnTo>
                <a:lnTo>
                  <a:pt x="7258628" y="3143768"/>
                </a:lnTo>
                <a:lnTo>
                  <a:pt x="7258576" y="3143835"/>
                </a:lnTo>
                <a:lnTo>
                  <a:pt x="7258522" y="3143901"/>
                </a:lnTo>
                <a:lnTo>
                  <a:pt x="7258467" y="3143965"/>
                </a:lnTo>
                <a:lnTo>
                  <a:pt x="7258411" y="3144028"/>
                </a:lnTo>
                <a:lnTo>
                  <a:pt x="7258353" y="3144090"/>
                </a:lnTo>
                <a:lnTo>
                  <a:pt x="7258293" y="3144151"/>
                </a:lnTo>
                <a:lnTo>
                  <a:pt x="7258232" y="3144210"/>
                </a:lnTo>
                <a:lnTo>
                  <a:pt x="7258170" y="3144267"/>
                </a:lnTo>
                <a:lnTo>
                  <a:pt x="7258107" y="3144324"/>
                </a:lnTo>
                <a:lnTo>
                  <a:pt x="7258042" y="3144378"/>
                </a:lnTo>
                <a:lnTo>
                  <a:pt x="7257976" y="3144432"/>
                </a:lnTo>
                <a:lnTo>
                  <a:pt x="7257908" y="3144483"/>
                </a:lnTo>
                <a:lnTo>
                  <a:pt x="7257840" y="3144533"/>
                </a:lnTo>
                <a:lnTo>
                  <a:pt x="7257770" y="3144582"/>
                </a:lnTo>
                <a:lnTo>
                  <a:pt x="7257700" y="3144629"/>
                </a:lnTo>
                <a:lnTo>
                  <a:pt x="7257628" y="3144674"/>
                </a:lnTo>
                <a:lnTo>
                  <a:pt x="7257555" y="3144717"/>
                </a:lnTo>
                <a:lnTo>
                  <a:pt x="7257482" y="3144759"/>
                </a:lnTo>
                <a:lnTo>
                  <a:pt x="7257407" y="3144799"/>
                </a:lnTo>
                <a:lnTo>
                  <a:pt x="7257331" y="3144838"/>
                </a:lnTo>
                <a:lnTo>
                  <a:pt x="7257255" y="3144874"/>
                </a:lnTo>
                <a:lnTo>
                  <a:pt x="7257177" y="3144909"/>
                </a:lnTo>
                <a:lnTo>
                  <a:pt x="7257099" y="3144942"/>
                </a:lnTo>
                <a:lnTo>
                  <a:pt x="7257020" y="3144973"/>
                </a:lnTo>
                <a:lnTo>
                  <a:pt x="7256941" y="3145003"/>
                </a:lnTo>
                <a:lnTo>
                  <a:pt x="7256861" y="3145030"/>
                </a:lnTo>
                <a:lnTo>
                  <a:pt x="7256780" y="3145056"/>
                </a:lnTo>
                <a:lnTo>
                  <a:pt x="7256698" y="3145080"/>
                </a:lnTo>
                <a:lnTo>
                  <a:pt x="7256616" y="3145101"/>
                </a:lnTo>
                <a:lnTo>
                  <a:pt x="7256534" y="3145121"/>
                </a:lnTo>
                <a:lnTo>
                  <a:pt x="7256451" y="3145139"/>
                </a:lnTo>
                <a:lnTo>
                  <a:pt x="7256368" y="3145156"/>
                </a:lnTo>
                <a:lnTo>
                  <a:pt x="7256284" y="3145170"/>
                </a:lnTo>
                <a:lnTo>
                  <a:pt x="7256200" y="3145182"/>
                </a:lnTo>
                <a:lnTo>
                  <a:pt x="7256116" y="3145192"/>
                </a:lnTo>
                <a:lnTo>
                  <a:pt x="7256032" y="3145201"/>
                </a:lnTo>
                <a:lnTo>
                  <a:pt x="7255947" y="3145207"/>
                </a:lnTo>
                <a:lnTo>
                  <a:pt x="7255863" y="3145211"/>
                </a:lnTo>
                <a:lnTo>
                  <a:pt x="7255778" y="3145214"/>
                </a:lnTo>
                <a:lnTo>
                  <a:pt x="7255693" y="3145214"/>
                </a:lnTo>
                <a:lnTo>
                  <a:pt x="7255608" y="3145213"/>
                </a:lnTo>
                <a:lnTo>
                  <a:pt x="7255524" y="3145209"/>
                </a:lnTo>
                <a:lnTo>
                  <a:pt x="7255439" y="3145204"/>
                </a:lnTo>
                <a:lnTo>
                  <a:pt x="7255354" y="3145197"/>
                </a:lnTo>
                <a:lnTo>
                  <a:pt x="7255270" y="3145187"/>
                </a:lnTo>
                <a:lnTo>
                  <a:pt x="7255186" y="3145176"/>
                </a:lnTo>
                <a:lnTo>
                  <a:pt x="7255102" y="3145163"/>
                </a:lnTo>
                <a:lnTo>
                  <a:pt x="7255019" y="3145148"/>
                </a:lnTo>
                <a:lnTo>
                  <a:pt x="7254936" y="3145131"/>
                </a:lnTo>
                <a:lnTo>
                  <a:pt x="7254853" y="3145112"/>
                </a:lnTo>
                <a:lnTo>
                  <a:pt x="7254771" y="3145091"/>
                </a:lnTo>
                <a:lnTo>
                  <a:pt x="7254689" y="3145068"/>
                </a:lnTo>
                <a:lnTo>
                  <a:pt x="7254608" y="3145043"/>
                </a:lnTo>
                <a:lnTo>
                  <a:pt x="7254528" y="3145017"/>
                </a:lnTo>
                <a:lnTo>
                  <a:pt x="7254448" y="3144988"/>
                </a:lnTo>
                <a:lnTo>
                  <a:pt x="7254369" y="3144958"/>
                </a:lnTo>
                <a:lnTo>
                  <a:pt x="7254290" y="3144926"/>
                </a:lnTo>
                <a:lnTo>
                  <a:pt x="7254212" y="3144892"/>
                </a:lnTo>
                <a:lnTo>
                  <a:pt x="7254135" y="3144856"/>
                </a:lnTo>
                <a:lnTo>
                  <a:pt x="7254059" y="3144819"/>
                </a:lnTo>
                <a:lnTo>
                  <a:pt x="7253984" y="3144779"/>
                </a:lnTo>
                <a:lnTo>
                  <a:pt x="7253910" y="3144738"/>
                </a:lnTo>
                <a:lnTo>
                  <a:pt x="7253837" y="3144696"/>
                </a:lnTo>
                <a:lnTo>
                  <a:pt x="7253764" y="3144651"/>
                </a:lnTo>
                <a:lnTo>
                  <a:pt x="7253693" y="3144605"/>
                </a:lnTo>
                <a:lnTo>
                  <a:pt x="7253623" y="3144558"/>
                </a:lnTo>
                <a:lnTo>
                  <a:pt x="7253554" y="3144508"/>
                </a:lnTo>
                <a:lnTo>
                  <a:pt x="7253486" y="3144458"/>
                </a:lnTo>
                <a:lnTo>
                  <a:pt x="7253420" y="3144405"/>
                </a:lnTo>
                <a:lnTo>
                  <a:pt x="7253354" y="3144351"/>
                </a:lnTo>
                <a:lnTo>
                  <a:pt x="7253290" y="3144296"/>
                </a:lnTo>
                <a:lnTo>
                  <a:pt x="7253227" y="3144239"/>
                </a:lnTo>
                <a:lnTo>
                  <a:pt x="7253166" y="3144180"/>
                </a:lnTo>
                <a:lnTo>
                  <a:pt x="7253106" y="3144121"/>
                </a:lnTo>
                <a:lnTo>
                  <a:pt x="7253047" y="3144059"/>
                </a:lnTo>
                <a:lnTo>
                  <a:pt x="7252990" y="3143997"/>
                </a:lnTo>
                <a:lnTo>
                  <a:pt x="7252934" y="3143933"/>
                </a:lnTo>
                <a:lnTo>
                  <a:pt x="7252879" y="3143868"/>
                </a:lnTo>
                <a:lnTo>
                  <a:pt x="7252827" y="3143802"/>
                </a:lnTo>
                <a:lnTo>
                  <a:pt x="7252775" y="3143734"/>
                </a:lnTo>
                <a:lnTo>
                  <a:pt x="7252726" y="3143665"/>
                </a:lnTo>
                <a:lnTo>
                  <a:pt x="7252677" y="3143596"/>
                </a:lnTo>
                <a:lnTo>
                  <a:pt x="7252631" y="3143525"/>
                </a:lnTo>
                <a:lnTo>
                  <a:pt x="7252586" y="3143453"/>
                </a:lnTo>
                <a:lnTo>
                  <a:pt x="7252543" y="3143380"/>
                </a:lnTo>
                <a:lnTo>
                  <a:pt x="7252502" y="3143306"/>
                </a:lnTo>
                <a:lnTo>
                  <a:pt x="7252462" y="3143231"/>
                </a:lnTo>
                <a:lnTo>
                  <a:pt x="7252424" y="3143155"/>
                </a:lnTo>
                <a:lnTo>
                  <a:pt x="7252388" y="3143078"/>
                </a:lnTo>
                <a:lnTo>
                  <a:pt x="7252354" y="3143001"/>
                </a:lnTo>
                <a:lnTo>
                  <a:pt x="7252321" y="3142922"/>
                </a:lnTo>
                <a:lnTo>
                  <a:pt x="7252290" y="3142843"/>
                </a:lnTo>
                <a:lnTo>
                  <a:pt x="7252261" y="3142763"/>
                </a:lnTo>
                <a:lnTo>
                  <a:pt x="7252234" y="3142683"/>
                </a:lnTo>
                <a:lnTo>
                  <a:pt x="7252209" y="3142602"/>
                </a:lnTo>
                <a:lnTo>
                  <a:pt x="7252186" y="3142521"/>
                </a:lnTo>
                <a:lnTo>
                  <a:pt x="7252165" y="3142439"/>
                </a:lnTo>
                <a:lnTo>
                  <a:pt x="7252145" y="3142356"/>
                </a:lnTo>
                <a:lnTo>
                  <a:pt x="7252127" y="3142273"/>
                </a:lnTo>
                <a:lnTo>
                  <a:pt x="7252112" y="3142190"/>
                </a:lnTo>
                <a:lnTo>
                  <a:pt x="7252098" y="3142106"/>
                </a:lnTo>
                <a:lnTo>
                  <a:pt x="7252086" y="3142022"/>
                </a:lnTo>
                <a:lnTo>
                  <a:pt x="7252077" y="3141938"/>
                </a:lnTo>
                <a:lnTo>
                  <a:pt x="7252069" y="3141853"/>
                </a:lnTo>
                <a:lnTo>
                  <a:pt x="7252063" y="3141769"/>
                </a:lnTo>
                <a:lnTo>
                  <a:pt x="7252059" y="3141684"/>
                </a:lnTo>
                <a:lnTo>
                  <a:pt x="7252057" y="3141599"/>
                </a:lnTo>
                <a:lnTo>
                  <a:pt x="7252057" y="3141514"/>
                </a:lnTo>
                <a:lnTo>
                  <a:pt x="7252059" y="3141430"/>
                </a:lnTo>
                <a:lnTo>
                  <a:pt x="7252063" y="3141345"/>
                </a:lnTo>
                <a:lnTo>
                  <a:pt x="7252069" y="3141260"/>
                </a:lnTo>
                <a:lnTo>
                  <a:pt x="7252077" y="3141176"/>
                </a:lnTo>
                <a:lnTo>
                  <a:pt x="7252086" y="3141092"/>
                </a:lnTo>
                <a:lnTo>
                  <a:pt x="7252098" y="3141008"/>
                </a:lnTo>
                <a:lnTo>
                  <a:pt x="7252112" y="3140924"/>
                </a:lnTo>
                <a:lnTo>
                  <a:pt x="7252127" y="3140841"/>
                </a:lnTo>
                <a:lnTo>
                  <a:pt x="7252145" y="3140758"/>
                </a:lnTo>
                <a:lnTo>
                  <a:pt x="7252165" y="3140675"/>
                </a:lnTo>
                <a:lnTo>
                  <a:pt x="7252186" y="3140593"/>
                </a:lnTo>
                <a:lnTo>
                  <a:pt x="7252209" y="3140512"/>
                </a:lnTo>
                <a:lnTo>
                  <a:pt x="7252234" y="3140431"/>
                </a:lnTo>
                <a:lnTo>
                  <a:pt x="7252261" y="3140350"/>
                </a:lnTo>
                <a:lnTo>
                  <a:pt x="7252290" y="3140271"/>
                </a:lnTo>
                <a:lnTo>
                  <a:pt x="7252321" y="3140191"/>
                </a:lnTo>
                <a:lnTo>
                  <a:pt x="7252354" y="3140113"/>
                </a:lnTo>
                <a:lnTo>
                  <a:pt x="7252388" y="3140036"/>
                </a:lnTo>
                <a:lnTo>
                  <a:pt x="7252424" y="3139959"/>
                </a:lnTo>
                <a:lnTo>
                  <a:pt x="7252462" y="3139883"/>
                </a:lnTo>
                <a:lnTo>
                  <a:pt x="7252502" y="3139808"/>
                </a:lnTo>
                <a:lnTo>
                  <a:pt x="7252543" y="3139734"/>
                </a:lnTo>
                <a:lnTo>
                  <a:pt x="7252586" y="3139661"/>
                </a:lnTo>
                <a:lnTo>
                  <a:pt x="7252631" y="3139589"/>
                </a:lnTo>
                <a:lnTo>
                  <a:pt x="7252677" y="3139518"/>
                </a:lnTo>
                <a:lnTo>
                  <a:pt x="7252726" y="3139448"/>
                </a:lnTo>
                <a:lnTo>
                  <a:pt x="7252775" y="3139380"/>
                </a:lnTo>
                <a:lnTo>
                  <a:pt x="7252827" y="3139312"/>
                </a:lnTo>
                <a:lnTo>
                  <a:pt x="7252879" y="3139246"/>
                </a:lnTo>
                <a:lnTo>
                  <a:pt x="7252934" y="3139181"/>
                </a:lnTo>
                <a:lnTo>
                  <a:pt x="7252990" y="3139117"/>
                </a:lnTo>
                <a:lnTo>
                  <a:pt x="7253047" y="3139054"/>
                </a:lnTo>
                <a:lnTo>
                  <a:pt x="7253106" y="3138993"/>
                </a:lnTo>
                <a:lnTo>
                  <a:pt x="7253166" y="3138933"/>
                </a:lnTo>
                <a:lnTo>
                  <a:pt x="7253227" y="3138875"/>
                </a:lnTo>
                <a:lnTo>
                  <a:pt x="7253290" y="3138818"/>
                </a:lnTo>
                <a:lnTo>
                  <a:pt x="7253354" y="3138763"/>
                </a:lnTo>
                <a:lnTo>
                  <a:pt x="7253420" y="3138709"/>
                </a:lnTo>
                <a:lnTo>
                  <a:pt x="7253486" y="3138656"/>
                </a:lnTo>
                <a:lnTo>
                  <a:pt x="7253554" y="3138605"/>
                </a:lnTo>
                <a:lnTo>
                  <a:pt x="7253623" y="3138556"/>
                </a:lnTo>
                <a:lnTo>
                  <a:pt x="7253693" y="3138508"/>
                </a:lnTo>
                <a:lnTo>
                  <a:pt x="7253764" y="3138462"/>
                </a:lnTo>
                <a:lnTo>
                  <a:pt x="7253837" y="3138418"/>
                </a:lnTo>
                <a:lnTo>
                  <a:pt x="7253910" y="3138375"/>
                </a:lnTo>
                <a:lnTo>
                  <a:pt x="7253984" y="3138334"/>
                </a:lnTo>
                <a:lnTo>
                  <a:pt x="7254059" y="3138295"/>
                </a:lnTo>
                <a:lnTo>
                  <a:pt x="7254135" y="3138258"/>
                </a:lnTo>
                <a:lnTo>
                  <a:pt x="7254212" y="3138222"/>
                </a:lnTo>
                <a:lnTo>
                  <a:pt x="7254290" y="3138188"/>
                </a:lnTo>
                <a:lnTo>
                  <a:pt x="7254369" y="3138156"/>
                </a:lnTo>
                <a:lnTo>
                  <a:pt x="7254448" y="3138126"/>
                </a:lnTo>
                <a:lnTo>
                  <a:pt x="7254528" y="3138097"/>
                </a:lnTo>
                <a:lnTo>
                  <a:pt x="7254608" y="3138070"/>
                </a:lnTo>
                <a:lnTo>
                  <a:pt x="7254689" y="3138046"/>
                </a:lnTo>
                <a:lnTo>
                  <a:pt x="7254771" y="3138023"/>
                </a:lnTo>
                <a:lnTo>
                  <a:pt x="7254853" y="3138002"/>
                </a:lnTo>
                <a:lnTo>
                  <a:pt x="7254936" y="3137983"/>
                </a:lnTo>
                <a:lnTo>
                  <a:pt x="7255019" y="3137966"/>
                </a:lnTo>
                <a:lnTo>
                  <a:pt x="7255102" y="3137951"/>
                </a:lnTo>
                <a:lnTo>
                  <a:pt x="7255186" y="3137938"/>
                </a:lnTo>
                <a:lnTo>
                  <a:pt x="7255270" y="3137926"/>
                </a:lnTo>
                <a:lnTo>
                  <a:pt x="7255354" y="3137917"/>
                </a:lnTo>
                <a:lnTo>
                  <a:pt x="7255439" y="3137910"/>
                </a:lnTo>
                <a:lnTo>
                  <a:pt x="7255524" y="3137904"/>
                </a:lnTo>
                <a:lnTo>
                  <a:pt x="7255608" y="3137901"/>
                </a:lnTo>
                <a:lnTo>
                  <a:pt x="7255693" y="3137899"/>
                </a:lnTo>
                <a:lnTo>
                  <a:pt x="7255778" y="3137900"/>
                </a:lnTo>
                <a:lnTo>
                  <a:pt x="7255863" y="3137902"/>
                </a:lnTo>
                <a:lnTo>
                  <a:pt x="7255947" y="3137907"/>
                </a:lnTo>
                <a:lnTo>
                  <a:pt x="7256032" y="3137913"/>
                </a:lnTo>
                <a:lnTo>
                  <a:pt x="7256116" y="3137921"/>
                </a:lnTo>
                <a:lnTo>
                  <a:pt x="7256200" y="3137932"/>
                </a:lnTo>
                <a:lnTo>
                  <a:pt x="7256284" y="3137944"/>
                </a:lnTo>
                <a:lnTo>
                  <a:pt x="7256368" y="3137958"/>
                </a:lnTo>
                <a:lnTo>
                  <a:pt x="7256451" y="3137974"/>
                </a:lnTo>
                <a:lnTo>
                  <a:pt x="7256534" y="3137992"/>
                </a:lnTo>
                <a:lnTo>
                  <a:pt x="7256616" y="3138012"/>
                </a:lnTo>
                <a:lnTo>
                  <a:pt x="7256698" y="3138034"/>
                </a:lnTo>
                <a:lnTo>
                  <a:pt x="7256780" y="3138058"/>
                </a:lnTo>
                <a:lnTo>
                  <a:pt x="7256861" y="3138084"/>
                </a:lnTo>
                <a:lnTo>
                  <a:pt x="7256941" y="3138111"/>
                </a:lnTo>
                <a:lnTo>
                  <a:pt x="7257020" y="3138140"/>
                </a:lnTo>
                <a:lnTo>
                  <a:pt x="7257099" y="3138172"/>
                </a:lnTo>
                <a:lnTo>
                  <a:pt x="7257177" y="3138205"/>
                </a:lnTo>
                <a:lnTo>
                  <a:pt x="7257255" y="3138239"/>
                </a:lnTo>
                <a:lnTo>
                  <a:pt x="7257331" y="3138276"/>
                </a:lnTo>
                <a:lnTo>
                  <a:pt x="7257407" y="3138314"/>
                </a:lnTo>
                <a:lnTo>
                  <a:pt x="7257482" y="3138355"/>
                </a:lnTo>
                <a:lnTo>
                  <a:pt x="7257555" y="3138396"/>
                </a:lnTo>
                <a:lnTo>
                  <a:pt x="7257628" y="3138440"/>
                </a:lnTo>
                <a:lnTo>
                  <a:pt x="7257700" y="3138485"/>
                </a:lnTo>
                <a:lnTo>
                  <a:pt x="7257770" y="3138532"/>
                </a:lnTo>
                <a:lnTo>
                  <a:pt x="7257840" y="3138580"/>
                </a:lnTo>
                <a:lnTo>
                  <a:pt x="7257908" y="3138631"/>
                </a:lnTo>
                <a:lnTo>
                  <a:pt x="7257976" y="3138682"/>
                </a:lnTo>
                <a:lnTo>
                  <a:pt x="7258042" y="3138735"/>
                </a:lnTo>
                <a:lnTo>
                  <a:pt x="7258107" y="3138790"/>
                </a:lnTo>
                <a:lnTo>
                  <a:pt x="7258170" y="3138846"/>
                </a:lnTo>
                <a:lnTo>
                  <a:pt x="7258232" y="3138904"/>
                </a:lnTo>
                <a:lnTo>
                  <a:pt x="7258293" y="3138963"/>
                </a:lnTo>
                <a:lnTo>
                  <a:pt x="7258353" y="3139024"/>
                </a:lnTo>
                <a:lnTo>
                  <a:pt x="7258411" y="3139085"/>
                </a:lnTo>
                <a:lnTo>
                  <a:pt x="7258467" y="3139149"/>
                </a:lnTo>
                <a:lnTo>
                  <a:pt x="7258522" y="3139213"/>
                </a:lnTo>
                <a:lnTo>
                  <a:pt x="7258576" y="3139279"/>
                </a:lnTo>
                <a:lnTo>
                  <a:pt x="7258628" y="3139346"/>
                </a:lnTo>
                <a:lnTo>
                  <a:pt x="7258678" y="3139414"/>
                </a:lnTo>
                <a:lnTo>
                  <a:pt x="7258727" y="3139483"/>
                </a:lnTo>
                <a:lnTo>
                  <a:pt x="7258774" y="3139554"/>
                </a:lnTo>
                <a:lnTo>
                  <a:pt x="7258820" y="3139625"/>
                </a:lnTo>
                <a:lnTo>
                  <a:pt x="7258864" y="3139698"/>
                </a:lnTo>
                <a:lnTo>
                  <a:pt x="7258906" y="3139771"/>
                </a:lnTo>
                <a:lnTo>
                  <a:pt x="7258947" y="3139846"/>
                </a:lnTo>
                <a:lnTo>
                  <a:pt x="7258986" y="3139921"/>
                </a:lnTo>
                <a:lnTo>
                  <a:pt x="7259023" y="3139997"/>
                </a:lnTo>
                <a:lnTo>
                  <a:pt x="7259058" y="3140074"/>
                </a:lnTo>
                <a:lnTo>
                  <a:pt x="7259091" y="3140152"/>
                </a:lnTo>
                <a:lnTo>
                  <a:pt x="7259123" y="3140231"/>
                </a:lnTo>
                <a:lnTo>
                  <a:pt x="7259153" y="3140310"/>
                </a:lnTo>
                <a:lnTo>
                  <a:pt x="7259181" y="3140390"/>
                </a:lnTo>
                <a:lnTo>
                  <a:pt x="7259207" y="3140471"/>
                </a:lnTo>
                <a:lnTo>
                  <a:pt x="7259231" y="3140552"/>
                </a:lnTo>
                <a:lnTo>
                  <a:pt x="7259254" y="3140634"/>
                </a:lnTo>
                <a:lnTo>
                  <a:pt x="7259274" y="3140716"/>
                </a:lnTo>
                <a:lnTo>
                  <a:pt x="7259293" y="3140799"/>
                </a:lnTo>
                <a:lnTo>
                  <a:pt x="7259309" y="3140882"/>
                </a:lnTo>
                <a:lnTo>
                  <a:pt x="7259324" y="3140966"/>
                </a:lnTo>
                <a:lnTo>
                  <a:pt x="7259337" y="3141050"/>
                </a:lnTo>
                <a:lnTo>
                  <a:pt x="7259347" y="3141134"/>
                </a:lnTo>
                <a:lnTo>
                  <a:pt x="7259356" y="3141218"/>
                </a:lnTo>
                <a:lnTo>
                  <a:pt x="7259363" y="3141303"/>
                </a:lnTo>
                <a:lnTo>
                  <a:pt x="7259368" y="3141387"/>
                </a:lnTo>
                <a:lnTo>
                  <a:pt x="7259371" y="3141472"/>
                </a:lnTo>
                <a:close/>
                <a:moveTo>
                  <a:pt x="2752810" y="2290997"/>
                </a:moveTo>
                <a:lnTo>
                  <a:pt x="2747324" y="2294164"/>
                </a:lnTo>
                <a:lnTo>
                  <a:pt x="2747324" y="2287829"/>
                </a:lnTo>
                <a:close/>
                <a:moveTo>
                  <a:pt x="8583448" y="3576197"/>
                </a:moveTo>
                <a:lnTo>
                  <a:pt x="8577962" y="3579364"/>
                </a:lnTo>
                <a:lnTo>
                  <a:pt x="8577962" y="3573029"/>
                </a:lnTo>
                <a:close/>
                <a:moveTo>
                  <a:pt x="9435226" y="2201195"/>
                </a:moveTo>
                <a:lnTo>
                  <a:pt x="9429740" y="2204362"/>
                </a:lnTo>
                <a:lnTo>
                  <a:pt x="9429740" y="2198027"/>
                </a:lnTo>
                <a:close/>
                <a:moveTo>
                  <a:pt x="9319098" y="2368462"/>
                </a:moveTo>
                <a:lnTo>
                  <a:pt x="9315441" y="2372120"/>
                </a:lnTo>
                <a:lnTo>
                  <a:pt x="9311783" y="2368462"/>
                </a:lnTo>
                <a:lnTo>
                  <a:pt x="9315441" y="2364805"/>
                </a:lnTo>
                <a:close/>
                <a:moveTo>
                  <a:pt x="9530455" y="2329370"/>
                </a:moveTo>
                <a:lnTo>
                  <a:pt x="9526798" y="2333027"/>
                </a:lnTo>
                <a:lnTo>
                  <a:pt x="9523140" y="2329370"/>
                </a:lnTo>
                <a:lnTo>
                  <a:pt x="9526798" y="2325712"/>
                </a:lnTo>
                <a:close/>
                <a:moveTo>
                  <a:pt x="9403153" y="2048623"/>
                </a:moveTo>
                <a:lnTo>
                  <a:pt x="9397667" y="2051790"/>
                </a:lnTo>
                <a:lnTo>
                  <a:pt x="9397667" y="2045455"/>
                </a:lnTo>
                <a:close/>
                <a:moveTo>
                  <a:pt x="7820418" y="2698529"/>
                </a:moveTo>
                <a:lnTo>
                  <a:pt x="7814931" y="2701696"/>
                </a:lnTo>
                <a:lnTo>
                  <a:pt x="7814931" y="2695361"/>
                </a:lnTo>
                <a:close/>
                <a:moveTo>
                  <a:pt x="6080958" y="1768587"/>
                </a:moveTo>
                <a:lnTo>
                  <a:pt x="6075472" y="1771755"/>
                </a:lnTo>
                <a:lnTo>
                  <a:pt x="6075472" y="1765420"/>
                </a:lnTo>
                <a:close/>
                <a:moveTo>
                  <a:pt x="6495820" y="4497245"/>
                </a:moveTo>
                <a:lnTo>
                  <a:pt x="6490333" y="4500412"/>
                </a:lnTo>
                <a:lnTo>
                  <a:pt x="6490333" y="4494077"/>
                </a:lnTo>
                <a:close/>
                <a:moveTo>
                  <a:pt x="6415537" y="4341885"/>
                </a:moveTo>
                <a:lnTo>
                  <a:pt x="6411880" y="4345543"/>
                </a:lnTo>
                <a:lnTo>
                  <a:pt x="6408222" y="4341885"/>
                </a:lnTo>
                <a:lnTo>
                  <a:pt x="6411880" y="4338227"/>
                </a:lnTo>
                <a:close/>
                <a:moveTo>
                  <a:pt x="6415982" y="4063412"/>
                </a:moveTo>
                <a:lnTo>
                  <a:pt x="6410495" y="4066580"/>
                </a:lnTo>
                <a:lnTo>
                  <a:pt x="6410495" y="4060245"/>
                </a:lnTo>
                <a:close/>
                <a:moveTo>
                  <a:pt x="6391319" y="3567770"/>
                </a:moveTo>
                <a:lnTo>
                  <a:pt x="6385833" y="3570937"/>
                </a:lnTo>
                <a:lnTo>
                  <a:pt x="6385833" y="3564602"/>
                </a:lnTo>
                <a:close/>
                <a:moveTo>
                  <a:pt x="6218077" y="2972739"/>
                </a:moveTo>
                <a:lnTo>
                  <a:pt x="6214420" y="2976397"/>
                </a:lnTo>
                <a:lnTo>
                  <a:pt x="6210762" y="2972739"/>
                </a:lnTo>
                <a:lnTo>
                  <a:pt x="6214420" y="2969081"/>
                </a:lnTo>
                <a:close/>
                <a:moveTo>
                  <a:pt x="6127305" y="2679474"/>
                </a:moveTo>
                <a:lnTo>
                  <a:pt x="6121819" y="2682641"/>
                </a:lnTo>
                <a:lnTo>
                  <a:pt x="6121819" y="2676306"/>
                </a:lnTo>
                <a:close/>
                <a:moveTo>
                  <a:pt x="6659285" y="3014371"/>
                </a:moveTo>
                <a:lnTo>
                  <a:pt x="6655628" y="3018028"/>
                </a:lnTo>
                <a:lnTo>
                  <a:pt x="6651970" y="3014371"/>
                </a:lnTo>
                <a:lnTo>
                  <a:pt x="6655628" y="3010713"/>
                </a:lnTo>
                <a:close/>
                <a:moveTo>
                  <a:pt x="6862462" y="3007561"/>
                </a:moveTo>
                <a:lnTo>
                  <a:pt x="6856975" y="3010729"/>
                </a:lnTo>
                <a:lnTo>
                  <a:pt x="6856975" y="3004394"/>
                </a:lnTo>
                <a:close/>
                <a:moveTo>
                  <a:pt x="6995875" y="2764910"/>
                </a:moveTo>
                <a:lnTo>
                  <a:pt x="6990388" y="2768078"/>
                </a:lnTo>
                <a:lnTo>
                  <a:pt x="6990388" y="2761743"/>
                </a:lnTo>
                <a:close/>
                <a:moveTo>
                  <a:pt x="6985492" y="2687960"/>
                </a:moveTo>
                <a:lnTo>
                  <a:pt x="6980006" y="2691127"/>
                </a:lnTo>
                <a:lnTo>
                  <a:pt x="6980006" y="2684792"/>
                </a:lnTo>
                <a:close/>
                <a:moveTo>
                  <a:pt x="3261159" y="4183989"/>
                </a:moveTo>
                <a:lnTo>
                  <a:pt x="3255672" y="4187157"/>
                </a:lnTo>
                <a:lnTo>
                  <a:pt x="3255672" y="4180822"/>
                </a:lnTo>
                <a:close/>
                <a:moveTo>
                  <a:pt x="4849227" y="3635740"/>
                </a:moveTo>
                <a:lnTo>
                  <a:pt x="4843740" y="3638907"/>
                </a:lnTo>
                <a:lnTo>
                  <a:pt x="4843740" y="3632572"/>
                </a:lnTo>
                <a:close/>
                <a:moveTo>
                  <a:pt x="5128175" y="3730610"/>
                </a:moveTo>
                <a:lnTo>
                  <a:pt x="5122688" y="3733777"/>
                </a:lnTo>
                <a:lnTo>
                  <a:pt x="5122688" y="3727442"/>
                </a:lnTo>
                <a:close/>
                <a:moveTo>
                  <a:pt x="6526688" y="2395366"/>
                </a:moveTo>
                <a:lnTo>
                  <a:pt x="6525311" y="2398225"/>
                </a:lnTo>
                <a:lnTo>
                  <a:pt x="6522216" y="2398932"/>
                </a:lnTo>
                <a:lnTo>
                  <a:pt x="6519735" y="2396953"/>
                </a:lnTo>
                <a:lnTo>
                  <a:pt x="6519735" y="2393779"/>
                </a:lnTo>
                <a:lnTo>
                  <a:pt x="6522216" y="2391800"/>
                </a:lnTo>
                <a:lnTo>
                  <a:pt x="6525311" y="2392506"/>
                </a:lnTo>
                <a:close/>
                <a:moveTo>
                  <a:pt x="6095401" y="2026060"/>
                </a:moveTo>
                <a:lnTo>
                  <a:pt x="6089914" y="2029228"/>
                </a:lnTo>
                <a:lnTo>
                  <a:pt x="6089914" y="2022893"/>
                </a:lnTo>
                <a:close/>
                <a:moveTo>
                  <a:pt x="3727960" y="2514311"/>
                </a:moveTo>
                <a:lnTo>
                  <a:pt x="3722474" y="2517478"/>
                </a:lnTo>
                <a:lnTo>
                  <a:pt x="3722474" y="2511143"/>
                </a:lnTo>
                <a:close/>
                <a:moveTo>
                  <a:pt x="4856057" y="2288379"/>
                </a:moveTo>
                <a:lnTo>
                  <a:pt x="4852399" y="2292037"/>
                </a:lnTo>
                <a:lnTo>
                  <a:pt x="4848742" y="2288379"/>
                </a:lnTo>
                <a:lnTo>
                  <a:pt x="4852399" y="2284722"/>
                </a:lnTo>
                <a:close/>
                <a:moveTo>
                  <a:pt x="2644619" y="1438463"/>
                </a:moveTo>
                <a:lnTo>
                  <a:pt x="2639132" y="1441630"/>
                </a:lnTo>
                <a:lnTo>
                  <a:pt x="2639132" y="1435295"/>
                </a:lnTo>
                <a:close/>
                <a:moveTo>
                  <a:pt x="3453895" y="1685537"/>
                </a:moveTo>
                <a:lnTo>
                  <a:pt x="3448409" y="1688704"/>
                </a:lnTo>
                <a:lnTo>
                  <a:pt x="3448409" y="1682369"/>
                </a:lnTo>
                <a:close/>
                <a:moveTo>
                  <a:pt x="3947922" y="2082808"/>
                </a:moveTo>
                <a:lnTo>
                  <a:pt x="3942436" y="2085975"/>
                </a:lnTo>
                <a:lnTo>
                  <a:pt x="3942436" y="2079640"/>
                </a:lnTo>
                <a:close/>
                <a:moveTo>
                  <a:pt x="4088544" y="2075773"/>
                </a:moveTo>
                <a:lnTo>
                  <a:pt x="4083057" y="2078940"/>
                </a:lnTo>
                <a:lnTo>
                  <a:pt x="4083057" y="2072605"/>
                </a:lnTo>
                <a:close/>
                <a:moveTo>
                  <a:pt x="3430888" y="1825040"/>
                </a:moveTo>
                <a:lnTo>
                  <a:pt x="3425401" y="1828207"/>
                </a:lnTo>
                <a:lnTo>
                  <a:pt x="3425401" y="1821872"/>
                </a:lnTo>
                <a:close/>
                <a:moveTo>
                  <a:pt x="4363103" y="2809712"/>
                </a:moveTo>
                <a:lnTo>
                  <a:pt x="4357616" y="2812880"/>
                </a:lnTo>
                <a:lnTo>
                  <a:pt x="4357616" y="2806544"/>
                </a:lnTo>
                <a:close/>
                <a:moveTo>
                  <a:pt x="4675682" y="4592703"/>
                </a:moveTo>
                <a:lnTo>
                  <a:pt x="4670196" y="4595871"/>
                </a:lnTo>
                <a:lnTo>
                  <a:pt x="4670196" y="4589536"/>
                </a:lnTo>
                <a:close/>
                <a:moveTo>
                  <a:pt x="8147083" y="3304744"/>
                </a:moveTo>
                <a:lnTo>
                  <a:pt x="8141596" y="3307912"/>
                </a:lnTo>
                <a:lnTo>
                  <a:pt x="8141596" y="3301577"/>
                </a:lnTo>
                <a:close/>
                <a:moveTo>
                  <a:pt x="8383885" y="2888870"/>
                </a:moveTo>
                <a:lnTo>
                  <a:pt x="8378399" y="2892038"/>
                </a:lnTo>
                <a:lnTo>
                  <a:pt x="8378399" y="2885703"/>
                </a:lnTo>
                <a:close/>
                <a:moveTo>
                  <a:pt x="8131111" y="3954700"/>
                </a:moveTo>
                <a:lnTo>
                  <a:pt x="8125625" y="3957867"/>
                </a:lnTo>
                <a:lnTo>
                  <a:pt x="8125625" y="3951532"/>
                </a:lnTo>
                <a:close/>
                <a:moveTo>
                  <a:pt x="6957229" y="4435099"/>
                </a:moveTo>
                <a:lnTo>
                  <a:pt x="6951742" y="4438266"/>
                </a:lnTo>
                <a:lnTo>
                  <a:pt x="6951742" y="4431931"/>
                </a:lnTo>
                <a:close/>
                <a:moveTo>
                  <a:pt x="6968015" y="4263542"/>
                </a:moveTo>
                <a:lnTo>
                  <a:pt x="6962529" y="4266709"/>
                </a:lnTo>
                <a:lnTo>
                  <a:pt x="6962529" y="4260374"/>
                </a:lnTo>
                <a:close/>
                <a:moveTo>
                  <a:pt x="7073047" y="4032407"/>
                </a:moveTo>
                <a:lnTo>
                  <a:pt x="7067561" y="4035574"/>
                </a:lnTo>
                <a:lnTo>
                  <a:pt x="7067561" y="4029239"/>
                </a:lnTo>
                <a:close/>
                <a:moveTo>
                  <a:pt x="7463024" y="4036281"/>
                </a:moveTo>
                <a:lnTo>
                  <a:pt x="7457538" y="4039449"/>
                </a:lnTo>
                <a:lnTo>
                  <a:pt x="7457538" y="4033114"/>
                </a:lnTo>
                <a:close/>
                <a:moveTo>
                  <a:pt x="7975955" y="4765904"/>
                </a:moveTo>
                <a:lnTo>
                  <a:pt x="7970468" y="4769071"/>
                </a:lnTo>
                <a:lnTo>
                  <a:pt x="7970468" y="4762736"/>
                </a:lnTo>
                <a:close/>
                <a:moveTo>
                  <a:pt x="8438722" y="4793130"/>
                </a:moveTo>
                <a:lnTo>
                  <a:pt x="8433235" y="4796297"/>
                </a:lnTo>
                <a:lnTo>
                  <a:pt x="8433235" y="4789962"/>
                </a:lnTo>
                <a:close/>
                <a:moveTo>
                  <a:pt x="7184219" y="3762483"/>
                </a:moveTo>
                <a:lnTo>
                  <a:pt x="7178733" y="3765650"/>
                </a:lnTo>
                <a:lnTo>
                  <a:pt x="7178733" y="3759315"/>
                </a:lnTo>
                <a:close/>
                <a:moveTo>
                  <a:pt x="7218494" y="3682825"/>
                </a:moveTo>
                <a:lnTo>
                  <a:pt x="7213007" y="3685992"/>
                </a:lnTo>
                <a:lnTo>
                  <a:pt x="7213007" y="3679657"/>
                </a:lnTo>
                <a:close/>
                <a:moveTo>
                  <a:pt x="7162874" y="3600985"/>
                </a:moveTo>
                <a:lnTo>
                  <a:pt x="7157388" y="3604152"/>
                </a:lnTo>
                <a:lnTo>
                  <a:pt x="7157388" y="3597817"/>
                </a:lnTo>
                <a:close/>
                <a:moveTo>
                  <a:pt x="6964833" y="3293422"/>
                </a:moveTo>
                <a:lnTo>
                  <a:pt x="6959346" y="3296589"/>
                </a:lnTo>
                <a:lnTo>
                  <a:pt x="6959346" y="3290254"/>
                </a:lnTo>
                <a:close/>
                <a:moveTo>
                  <a:pt x="8691605" y="2950095"/>
                </a:moveTo>
                <a:lnTo>
                  <a:pt x="8686118" y="2953262"/>
                </a:lnTo>
                <a:lnTo>
                  <a:pt x="8686118" y="2946927"/>
                </a:lnTo>
                <a:close/>
                <a:moveTo>
                  <a:pt x="9139698" y="2842933"/>
                </a:moveTo>
                <a:lnTo>
                  <a:pt x="9136041" y="2846591"/>
                </a:lnTo>
                <a:lnTo>
                  <a:pt x="9132383" y="2842933"/>
                </a:lnTo>
                <a:lnTo>
                  <a:pt x="9136041" y="2839276"/>
                </a:lnTo>
                <a:close/>
                <a:moveTo>
                  <a:pt x="9195417" y="2742169"/>
                </a:moveTo>
                <a:lnTo>
                  <a:pt x="9189930" y="2745336"/>
                </a:lnTo>
                <a:lnTo>
                  <a:pt x="9189930" y="2739001"/>
                </a:lnTo>
                <a:close/>
                <a:moveTo>
                  <a:pt x="9135317" y="2672274"/>
                </a:moveTo>
                <a:lnTo>
                  <a:pt x="9129831" y="2675442"/>
                </a:lnTo>
                <a:lnTo>
                  <a:pt x="9129831" y="2669107"/>
                </a:lnTo>
                <a:close/>
                <a:moveTo>
                  <a:pt x="8827006" y="3003403"/>
                </a:moveTo>
                <a:lnTo>
                  <a:pt x="8823348" y="3007060"/>
                </a:lnTo>
                <a:lnTo>
                  <a:pt x="8819691" y="3003403"/>
                </a:lnTo>
                <a:lnTo>
                  <a:pt x="8823348" y="2999745"/>
                </a:lnTo>
                <a:close/>
                <a:moveTo>
                  <a:pt x="8692377" y="2988055"/>
                </a:moveTo>
                <a:lnTo>
                  <a:pt x="8688719" y="2991712"/>
                </a:lnTo>
                <a:lnTo>
                  <a:pt x="8685062" y="2988055"/>
                </a:lnTo>
                <a:lnTo>
                  <a:pt x="8688719" y="2984397"/>
                </a:lnTo>
                <a:close/>
                <a:moveTo>
                  <a:pt x="7091298" y="1580724"/>
                </a:moveTo>
                <a:lnTo>
                  <a:pt x="7085812" y="1583892"/>
                </a:lnTo>
                <a:lnTo>
                  <a:pt x="7085812" y="1577557"/>
                </a:lnTo>
                <a:close/>
                <a:moveTo>
                  <a:pt x="7569818" y="1973845"/>
                </a:moveTo>
                <a:lnTo>
                  <a:pt x="7564332" y="1977013"/>
                </a:lnTo>
                <a:lnTo>
                  <a:pt x="7564332" y="1970678"/>
                </a:lnTo>
                <a:close/>
                <a:moveTo>
                  <a:pt x="9128987" y="3212311"/>
                </a:moveTo>
                <a:lnTo>
                  <a:pt x="9123500" y="3215479"/>
                </a:lnTo>
                <a:lnTo>
                  <a:pt x="9123500" y="32091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g0044"/>
          <p:cNvSpPr/>
          <p:nvPr/>
        </p:nvSpPr>
        <p:spPr>
          <a:xfrm>
            <a:off x="0" y="337660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g0058"/>
          <p:cNvSpPr/>
          <p:nvPr/>
        </p:nvSpPr>
        <p:spPr>
          <a:xfrm>
            <a:off x="0" y="332033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g0202"/>
          <p:cNvSpPr/>
          <p:nvPr/>
        </p:nvSpPr>
        <p:spPr>
          <a:xfrm>
            <a:off x="0" y="326405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eg0059"/>
          <p:cNvSpPr/>
          <p:nvPr/>
        </p:nvSpPr>
        <p:spPr>
          <a:xfrm>
            <a:off x="0" y="320777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eg0060"/>
          <p:cNvSpPr/>
          <p:nvPr/>
        </p:nvSpPr>
        <p:spPr>
          <a:xfrm>
            <a:off x="0" y="315150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eg0062"/>
          <p:cNvSpPr/>
          <p:nvPr/>
        </p:nvSpPr>
        <p:spPr>
          <a:xfrm>
            <a:off x="0" y="309522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g0061"/>
          <p:cNvSpPr/>
          <p:nvPr/>
        </p:nvSpPr>
        <p:spPr>
          <a:xfrm>
            <a:off x="0" y="303894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eg0072"/>
          <p:cNvSpPr/>
          <p:nvPr/>
        </p:nvSpPr>
        <p:spPr>
          <a:xfrm>
            <a:off x="0" y="298267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g0063"/>
          <p:cNvSpPr/>
          <p:nvPr/>
        </p:nvSpPr>
        <p:spPr>
          <a:xfrm>
            <a:off x="0" y="292639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g0419"/>
          <p:cNvSpPr/>
          <p:nvPr/>
        </p:nvSpPr>
        <p:spPr>
          <a:xfrm>
            <a:off x="0" y="287011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g0064"/>
          <p:cNvSpPr/>
          <p:nvPr/>
        </p:nvSpPr>
        <p:spPr>
          <a:xfrm>
            <a:off x="0" y="281383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g0070"/>
          <p:cNvSpPr/>
          <p:nvPr/>
        </p:nvSpPr>
        <p:spPr>
          <a:xfrm>
            <a:off x="0" y="275756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g0602"/>
          <p:cNvSpPr/>
          <p:nvPr/>
        </p:nvSpPr>
        <p:spPr>
          <a:xfrm>
            <a:off x="0" y="270128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g0065"/>
          <p:cNvSpPr/>
          <p:nvPr/>
        </p:nvSpPr>
        <p:spPr>
          <a:xfrm>
            <a:off x="0" y="264500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g0066"/>
          <p:cNvSpPr/>
          <p:nvPr/>
        </p:nvSpPr>
        <p:spPr>
          <a:xfrm>
            <a:off x="0" y="258873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eg0043"/>
          <p:cNvSpPr/>
          <p:nvPr/>
        </p:nvSpPr>
        <p:spPr>
          <a:xfrm>
            <a:off x="0" y="253245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g0067"/>
          <p:cNvSpPr/>
          <p:nvPr/>
        </p:nvSpPr>
        <p:spPr>
          <a:xfrm>
            <a:off x="0" y="247617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eg0068"/>
          <p:cNvSpPr/>
          <p:nvPr/>
        </p:nvSpPr>
        <p:spPr>
          <a:xfrm>
            <a:off x="0" y="241990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eg0601"/>
          <p:cNvSpPr/>
          <p:nvPr/>
        </p:nvSpPr>
        <p:spPr>
          <a:xfrm>
            <a:off x="0" y="236362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eg0042"/>
          <p:cNvSpPr/>
          <p:nvPr/>
        </p:nvSpPr>
        <p:spPr>
          <a:xfrm>
            <a:off x="0" y="230734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eg0534"/>
          <p:cNvSpPr/>
          <p:nvPr/>
        </p:nvSpPr>
        <p:spPr>
          <a:xfrm>
            <a:off x="0" y="225107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eg0535"/>
          <p:cNvSpPr/>
          <p:nvPr/>
        </p:nvSpPr>
        <p:spPr>
          <a:xfrm>
            <a:off x="0" y="219479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eg0418"/>
          <p:cNvSpPr/>
          <p:nvPr/>
        </p:nvSpPr>
        <p:spPr>
          <a:xfrm>
            <a:off x="0" y="213851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eg0600"/>
          <p:cNvSpPr/>
          <p:nvPr/>
        </p:nvSpPr>
        <p:spPr>
          <a:xfrm>
            <a:off x="0" y="208224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eg0141"/>
          <p:cNvSpPr/>
          <p:nvPr/>
        </p:nvSpPr>
        <p:spPr>
          <a:xfrm>
            <a:off x="0" y="202596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eg0675"/>
          <p:cNvSpPr/>
          <p:nvPr/>
        </p:nvSpPr>
        <p:spPr>
          <a:xfrm>
            <a:off x="0" y="196968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g0599"/>
          <p:cNvSpPr/>
          <p:nvPr/>
        </p:nvSpPr>
        <p:spPr>
          <a:xfrm>
            <a:off x="0" y="191341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eg0536"/>
          <p:cNvSpPr/>
          <p:nvPr/>
        </p:nvSpPr>
        <p:spPr>
          <a:xfrm>
            <a:off x="0" y="185713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eg0142"/>
          <p:cNvSpPr/>
          <p:nvPr/>
        </p:nvSpPr>
        <p:spPr>
          <a:xfrm>
            <a:off x="0" y="180085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eg0069"/>
          <p:cNvSpPr/>
          <p:nvPr/>
        </p:nvSpPr>
        <p:spPr>
          <a:xfrm>
            <a:off x="0" y="174458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eg0537"/>
          <p:cNvSpPr/>
          <p:nvPr/>
        </p:nvSpPr>
        <p:spPr>
          <a:xfrm>
            <a:off x="0" y="168830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g0143"/>
          <p:cNvSpPr/>
          <p:nvPr/>
        </p:nvSpPr>
        <p:spPr>
          <a:xfrm>
            <a:off x="0" y="163202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eg0676"/>
          <p:cNvSpPr/>
          <p:nvPr/>
        </p:nvSpPr>
        <p:spPr>
          <a:xfrm>
            <a:off x="0" y="157575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eg0415"/>
          <p:cNvSpPr/>
          <p:nvPr/>
        </p:nvSpPr>
        <p:spPr>
          <a:xfrm>
            <a:off x="0" y="151947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eg0140"/>
          <p:cNvSpPr/>
          <p:nvPr/>
        </p:nvSpPr>
        <p:spPr>
          <a:xfrm>
            <a:off x="0" y="146319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g0526"/>
          <p:cNvSpPr/>
          <p:nvPr/>
        </p:nvSpPr>
        <p:spPr>
          <a:xfrm>
            <a:off x="0" y="140691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g0527"/>
          <p:cNvSpPr/>
          <p:nvPr/>
        </p:nvSpPr>
        <p:spPr>
          <a:xfrm>
            <a:off x="0" y="135064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g0525"/>
          <p:cNvSpPr/>
          <p:nvPr/>
        </p:nvSpPr>
        <p:spPr>
          <a:xfrm>
            <a:off x="0" y="129436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g0528"/>
          <p:cNvSpPr/>
          <p:nvPr/>
        </p:nvSpPr>
        <p:spPr>
          <a:xfrm>
            <a:off x="0" y="123808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g0635"/>
          <p:cNvSpPr/>
          <p:nvPr/>
        </p:nvSpPr>
        <p:spPr>
          <a:xfrm>
            <a:off x="0" y="118181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g0538"/>
          <p:cNvSpPr/>
          <p:nvPr/>
        </p:nvSpPr>
        <p:spPr>
          <a:xfrm>
            <a:off x="0" y="112553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eg0529"/>
          <p:cNvSpPr/>
          <p:nvPr/>
        </p:nvSpPr>
        <p:spPr>
          <a:xfrm>
            <a:off x="0" y="106925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g0524"/>
          <p:cNvSpPr/>
          <p:nvPr/>
        </p:nvSpPr>
        <p:spPr>
          <a:xfrm>
            <a:off x="0" y="101298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eg0636"/>
          <p:cNvSpPr/>
          <p:nvPr/>
        </p:nvSpPr>
        <p:spPr>
          <a:xfrm>
            <a:off x="0" y="95670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eg0416"/>
          <p:cNvSpPr/>
          <p:nvPr/>
        </p:nvSpPr>
        <p:spPr>
          <a:xfrm>
            <a:off x="0" y="90042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eg0144"/>
          <p:cNvSpPr/>
          <p:nvPr/>
        </p:nvSpPr>
        <p:spPr>
          <a:xfrm>
            <a:off x="0" y="84415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eg0637"/>
          <p:cNvSpPr/>
          <p:nvPr/>
        </p:nvSpPr>
        <p:spPr>
          <a:xfrm>
            <a:off x="0" y="78787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eg0533"/>
          <p:cNvSpPr/>
          <p:nvPr/>
        </p:nvSpPr>
        <p:spPr>
          <a:xfrm>
            <a:off x="0" y="73159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eg0530"/>
          <p:cNvSpPr/>
          <p:nvPr/>
        </p:nvSpPr>
        <p:spPr>
          <a:xfrm>
            <a:off x="0" y="67532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eg0136"/>
          <p:cNvSpPr/>
          <p:nvPr/>
        </p:nvSpPr>
        <p:spPr>
          <a:xfrm>
            <a:off x="0" y="61904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eg0638"/>
          <p:cNvSpPr/>
          <p:nvPr/>
        </p:nvSpPr>
        <p:spPr>
          <a:xfrm>
            <a:off x="0" y="56276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eg0405"/>
          <p:cNvSpPr/>
          <p:nvPr/>
        </p:nvSpPr>
        <p:spPr>
          <a:xfrm>
            <a:off x="0" y="50649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eg0404"/>
          <p:cNvSpPr/>
          <p:nvPr/>
        </p:nvSpPr>
        <p:spPr>
          <a:xfrm>
            <a:off x="0" y="45021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eg0531"/>
          <p:cNvSpPr/>
          <p:nvPr/>
        </p:nvSpPr>
        <p:spPr>
          <a:xfrm>
            <a:off x="0" y="39393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eg0137"/>
          <p:cNvSpPr/>
          <p:nvPr/>
        </p:nvSpPr>
        <p:spPr>
          <a:xfrm>
            <a:off x="0" y="33766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eg0135"/>
          <p:cNvSpPr/>
          <p:nvPr/>
        </p:nvSpPr>
        <p:spPr>
          <a:xfrm>
            <a:off x="0" y="28138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eg0532"/>
          <p:cNvSpPr/>
          <p:nvPr/>
        </p:nvSpPr>
        <p:spPr>
          <a:xfrm>
            <a:off x="0" y="22510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eg0145"/>
          <p:cNvSpPr/>
          <p:nvPr/>
        </p:nvSpPr>
        <p:spPr>
          <a:xfrm>
            <a:off x="0" y="16883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eg0134"/>
          <p:cNvSpPr/>
          <p:nvPr/>
        </p:nvSpPr>
        <p:spPr>
          <a:xfrm>
            <a:off x="0" y="11255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g0131"/>
          <p:cNvSpPr/>
          <p:nvPr/>
        </p:nvSpPr>
        <p:spPr>
          <a:xfrm>
            <a:off x="0" y="5627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eg0403"/>
          <p:cNvSpPr/>
          <p:nvPr/>
        </p:nvSpPr>
        <p:spPr>
          <a:xfrm>
            <a:off x="0" y="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eg0643"/>
          <p:cNvSpPr/>
          <p:nvPr/>
        </p:nvSpPr>
        <p:spPr>
          <a:xfrm>
            <a:off x="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eg0639"/>
          <p:cNvSpPr/>
          <p:nvPr/>
        </p:nvSpPr>
        <p:spPr>
          <a:xfrm>
            <a:off x="5627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eg0138"/>
          <p:cNvSpPr/>
          <p:nvPr/>
        </p:nvSpPr>
        <p:spPr>
          <a:xfrm>
            <a:off x="11255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eg0644"/>
          <p:cNvSpPr/>
          <p:nvPr/>
        </p:nvSpPr>
        <p:spPr>
          <a:xfrm>
            <a:off x="16883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eg0139"/>
          <p:cNvSpPr/>
          <p:nvPr/>
        </p:nvSpPr>
        <p:spPr>
          <a:xfrm>
            <a:off x="22510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eg0132"/>
          <p:cNvSpPr/>
          <p:nvPr/>
        </p:nvSpPr>
        <p:spPr>
          <a:xfrm>
            <a:off x="28138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eg0640"/>
          <p:cNvSpPr/>
          <p:nvPr/>
        </p:nvSpPr>
        <p:spPr>
          <a:xfrm>
            <a:off x="33766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eg0641"/>
          <p:cNvSpPr/>
          <p:nvPr/>
        </p:nvSpPr>
        <p:spPr>
          <a:xfrm>
            <a:off x="39393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eg0642"/>
          <p:cNvSpPr/>
          <p:nvPr/>
        </p:nvSpPr>
        <p:spPr>
          <a:xfrm>
            <a:off x="45021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eg0417"/>
          <p:cNvSpPr/>
          <p:nvPr/>
        </p:nvSpPr>
        <p:spPr>
          <a:xfrm>
            <a:off x="50649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eg0133"/>
          <p:cNvSpPr/>
          <p:nvPr/>
        </p:nvSpPr>
        <p:spPr>
          <a:xfrm>
            <a:off x="56276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eg0402"/>
          <p:cNvSpPr/>
          <p:nvPr/>
        </p:nvSpPr>
        <p:spPr>
          <a:xfrm>
            <a:off x="61904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eg0649"/>
          <p:cNvSpPr/>
          <p:nvPr/>
        </p:nvSpPr>
        <p:spPr>
          <a:xfrm>
            <a:off x="67532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eg0648"/>
          <p:cNvSpPr/>
          <p:nvPr/>
        </p:nvSpPr>
        <p:spPr>
          <a:xfrm>
            <a:off x="73159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eg0647"/>
          <p:cNvSpPr/>
          <p:nvPr/>
        </p:nvSpPr>
        <p:spPr>
          <a:xfrm>
            <a:off x="78787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eg0652"/>
          <p:cNvSpPr/>
          <p:nvPr/>
        </p:nvSpPr>
        <p:spPr>
          <a:xfrm>
            <a:off x="84415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eg0130"/>
          <p:cNvSpPr/>
          <p:nvPr/>
        </p:nvSpPr>
        <p:spPr>
          <a:xfrm>
            <a:off x="90042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eg0650"/>
          <p:cNvSpPr/>
          <p:nvPr/>
        </p:nvSpPr>
        <p:spPr>
          <a:xfrm>
            <a:off x="95670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eg0651"/>
          <p:cNvSpPr/>
          <p:nvPr/>
        </p:nvSpPr>
        <p:spPr>
          <a:xfrm>
            <a:off x="101298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eg0645"/>
          <p:cNvSpPr/>
          <p:nvPr/>
        </p:nvSpPr>
        <p:spPr>
          <a:xfrm>
            <a:off x="106925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eg0129"/>
          <p:cNvSpPr/>
          <p:nvPr/>
        </p:nvSpPr>
        <p:spPr>
          <a:xfrm>
            <a:off x="112553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eg0634"/>
          <p:cNvSpPr/>
          <p:nvPr/>
        </p:nvSpPr>
        <p:spPr>
          <a:xfrm>
            <a:off x="118181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g0128"/>
          <p:cNvSpPr/>
          <p:nvPr/>
        </p:nvSpPr>
        <p:spPr>
          <a:xfrm>
            <a:off x="123808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eg0146"/>
          <p:cNvSpPr/>
          <p:nvPr/>
        </p:nvSpPr>
        <p:spPr>
          <a:xfrm>
            <a:off x="129436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eg0646"/>
          <p:cNvSpPr/>
          <p:nvPr/>
        </p:nvSpPr>
        <p:spPr>
          <a:xfrm>
            <a:off x="135064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eg0127"/>
          <p:cNvSpPr/>
          <p:nvPr/>
        </p:nvSpPr>
        <p:spPr>
          <a:xfrm>
            <a:off x="140691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eg0126"/>
          <p:cNvSpPr/>
          <p:nvPr/>
        </p:nvSpPr>
        <p:spPr>
          <a:xfrm>
            <a:off x="146319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eg0674"/>
          <p:cNvSpPr/>
          <p:nvPr/>
        </p:nvSpPr>
        <p:spPr>
          <a:xfrm>
            <a:off x="151947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eg0147"/>
          <p:cNvSpPr/>
          <p:nvPr/>
        </p:nvSpPr>
        <p:spPr>
          <a:xfrm>
            <a:off x="157575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eg0673"/>
          <p:cNvSpPr/>
          <p:nvPr/>
        </p:nvSpPr>
        <p:spPr>
          <a:xfrm>
            <a:off x="163202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eg0401"/>
          <p:cNvSpPr/>
          <p:nvPr/>
        </p:nvSpPr>
        <p:spPr>
          <a:xfrm>
            <a:off x="168830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eg0196"/>
          <p:cNvSpPr/>
          <p:nvPr/>
        </p:nvSpPr>
        <p:spPr>
          <a:xfrm>
            <a:off x="174458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eg0406"/>
          <p:cNvSpPr/>
          <p:nvPr/>
        </p:nvSpPr>
        <p:spPr>
          <a:xfrm>
            <a:off x="180085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eg0565"/>
          <p:cNvSpPr/>
          <p:nvPr/>
        </p:nvSpPr>
        <p:spPr>
          <a:xfrm>
            <a:off x="185713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eg0408"/>
          <p:cNvSpPr/>
          <p:nvPr/>
        </p:nvSpPr>
        <p:spPr>
          <a:xfrm>
            <a:off x="191341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eg0407"/>
          <p:cNvSpPr/>
          <p:nvPr/>
        </p:nvSpPr>
        <p:spPr>
          <a:xfrm>
            <a:off x="196968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g0400"/>
          <p:cNvSpPr/>
          <p:nvPr/>
        </p:nvSpPr>
        <p:spPr>
          <a:xfrm>
            <a:off x="202596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eg0492"/>
          <p:cNvSpPr/>
          <p:nvPr/>
        </p:nvSpPr>
        <p:spPr>
          <a:xfrm>
            <a:off x="208224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eg0491"/>
          <p:cNvSpPr/>
          <p:nvPr/>
        </p:nvSpPr>
        <p:spPr>
          <a:xfrm>
            <a:off x="213851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eg0409"/>
          <p:cNvSpPr/>
          <p:nvPr/>
        </p:nvSpPr>
        <p:spPr>
          <a:xfrm>
            <a:off x="219479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eg0493"/>
          <p:cNvSpPr/>
          <p:nvPr/>
        </p:nvSpPr>
        <p:spPr>
          <a:xfrm>
            <a:off x="225107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eg0410"/>
          <p:cNvSpPr/>
          <p:nvPr/>
        </p:nvSpPr>
        <p:spPr>
          <a:xfrm>
            <a:off x="230734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eg0411"/>
          <p:cNvSpPr/>
          <p:nvPr/>
        </p:nvSpPr>
        <p:spPr>
          <a:xfrm>
            <a:off x="236362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eg0564"/>
          <p:cNvSpPr/>
          <p:nvPr/>
        </p:nvSpPr>
        <p:spPr>
          <a:xfrm>
            <a:off x="241990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eg0366"/>
          <p:cNvSpPr/>
          <p:nvPr/>
        </p:nvSpPr>
        <p:spPr>
          <a:xfrm>
            <a:off x="247617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eg0490"/>
          <p:cNvSpPr/>
          <p:nvPr/>
        </p:nvSpPr>
        <p:spPr>
          <a:xfrm>
            <a:off x="253245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g0364"/>
          <p:cNvSpPr/>
          <p:nvPr/>
        </p:nvSpPr>
        <p:spPr>
          <a:xfrm>
            <a:off x="258873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eg0561"/>
          <p:cNvSpPr/>
          <p:nvPr/>
        </p:nvSpPr>
        <p:spPr>
          <a:xfrm>
            <a:off x="264500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eg0363"/>
          <p:cNvSpPr/>
          <p:nvPr/>
        </p:nvSpPr>
        <p:spPr>
          <a:xfrm>
            <a:off x="270128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eg0365"/>
          <p:cNvSpPr/>
          <p:nvPr/>
        </p:nvSpPr>
        <p:spPr>
          <a:xfrm>
            <a:off x="275756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eg0563"/>
          <p:cNvSpPr/>
          <p:nvPr/>
        </p:nvSpPr>
        <p:spPr>
          <a:xfrm>
            <a:off x="281383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eg0562"/>
          <p:cNvSpPr/>
          <p:nvPr/>
        </p:nvSpPr>
        <p:spPr>
          <a:xfrm>
            <a:off x="287011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eg0193"/>
          <p:cNvSpPr/>
          <p:nvPr/>
        </p:nvSpPr>
        <p:spPr>
          <a:xfrm>
            <a:off x="292639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eg0194"/>
          <p:cNvSpPr/>
          <p:nvPr/>
        </p:nvSpPr>
        <p:spPr>
          <a:xfrm>
            <a:off x="298267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eg0362"/>
          <p:cNvSpPr/>
          <p:nvPr/>
        </p:nvSpPr>
        <p:spPr>
          <a:xfrm>
            <a:off x="303894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eg0367"/>
          <p:cNvSpPr/>
          <p:nvPr/>
        </p:nvSpPr>
        <p:spPr>
          <a:xfrm>
            <a:off x="309522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eg0412"/>
          <p:cNvSpPr/>
          <p:nvPr/>
        </p:nvSpPr>
        <p:spPr>
          <a:xfrm>
            <a:off x="315150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eg0192"/>
          <p:cNvSpPr/>
          <p:nvPr/>
        </p:nvSpPr>
        <p:spPr>
          <a:xfrm>
            <a:off x="320777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eg0368"/>
          <p:cNvSpPr/>
          <p:nvPr/>
        </p:nvSpPr>
        <p:spPr>
          <a:xfrm>
            <a:off x="326405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eg0369"/>
          <p:cNvSpPr/>
          <p:nvPr/>
        </p:nvSpPr>
        <p:spPr>
          <a:xfrm>
            <a:off x="332033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eg0370"/>
          <p:cNvSpPr/>
          <p:nvPr/>
        </p:nvSpPr>
        <p:spPr>
          <a:xfrm>
            <a:off x="337660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eg0413"/>
          <p:cNvSpPr/>
          <p:nvPr/>
        </p:nvSpPr>
        <p:spPr>
          <a:xfrm>
            <a:off x="343288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eg0371"/>
          <p:cNvSpPr/>
          <p:nvPr/>
        </p:nvSpPr>
        <p:spPr>
          <a:xfrm>
            <a:off x="348916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eg0191"/>
          <p:cNvSpPr/>
          <p:nvPr/>
        </p:nvSpPr>
        <p:spPr>
          <a:xfrm>
            <a:off x="354543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eg0372"/>
          <p:cNvSpPr/>
          <p:nvPr/>
        </p:nvSpPr>
        <p:spPr>
          <a:xfrm>
            <a:off x="360171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eg0373"/>
          <p:cNvSpPr/>
          <p:nvPr/>
        </p:nvSpPr>
        <p:spPr>
          <a:xfrm>
            <a:off x="365799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eg0374"/>
          <p:cNvSpPr/>
          <p:nvPr/>
        </p:nvSpPr>
        <p:spPr>
          <a:xfrm>
            <a:off x="371426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eg0375"/>
          <p:cNvSpPr/>
          <p:nvPr/>
        </p:nvSpPr>
        <p:spPr>
          <a:xfrm>
            <a:off x="377054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eg0195"/>
          <p:cNvSpPr/>
          <p:nvPr/>
        </p:nvSpPr>
        <p:spPr>
          <a:xfrm>
            <a:off x="382682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eg0376"/>
          <p:cNvSpPr/>
          <p:nvPr/>
        </p:nvSpPr>
        <p:spPr>
          <a:xfrm>
            <a:off x="388309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g0356"/>
          <p:cNvSpPr/>
          <p:nvPr/>
        </p:nvSpPr>
        <p:spPr>
          <a:xfrm>
            <a:off x="393937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eg0355"/>
          <p:cNvSpPr/>
          <p:nvPr/>
        </p:nvSpPr>
        <p:spPr>
          <a:xfrm>
            <a:off x="399565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eg0357"/>
          <p:cNvSpPr/>
          <p:nvPr/>
        </p:nvSpPr>
        <p:spPr>
          <a:xfrm>
            <a:off x="405192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eg0414"/>
          <p:cNvSpPr/>
          <p:nvPr/>
        </p:nvSpPr>
        <p:spPr>
          <a:xfrm>
            <a:off x="410820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eg0361"/>
          <p:cNvSpPr/>
          <p:nvPr/>
        </p:nvSpPr>
        <p:spPr>
          <a:xfrm>
            <a:off x="416448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eg0354"/>
          <p:cNvSpPr/>
          <p:nvPr/>
        </p:nvSpPr>
        <p:spPr>
          <a:xfrm>
            <a:off x="422075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eg0377"/>
          <p:cNvSpPr/>
          <p:nvPr/>
        </p:nvSpPr>
        <p:spPr>
          <a:xfrm>
            <a:off x="427703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eg0358"/>
          <p:cNvSpPr/>
          <p:nvPr/>
        </p:nvSpPr>
        <p:spPr>
          <a:xfrm>
            <a:off x="433331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eg0671"/>
          <p:cNvSpPr/>
          <p:nvPr/>
        </p:nvSpPr>
        <p:spPr>
          <a:xfrm>
            <a:off x="438959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eg0378"/>
          <p:cNvSpPr/>
          <p:nvPr/>
        </p:nvSpPr>
        <p:spPr>
          <a:xfrm>
            <a:off x="444586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eg0398"/>
          <p:cNvSpPr/>
          <p:nvPr/>
        </p:nvSpPr>
        <p:spPr>
          <a:xfrm>
            <a:off x="450214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eg0379"/>
          <p:cNvSpPr/>
          <p:nvPr/>
        </p:nvSpPr>
        <p:spPr>
          <a:xfrm>
            <a:off x="455842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eg0672"/>
          <p:cNvSpPr/>
          <p:nvPr/>
        </p:nvSpPr>
        <p:spPr>
          <a:xfrm>
            <a:off x="461469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eg0663"/>
          <p:cNvSpPr/>
          <p:nvPr/>
        </p:nvSpPr>
        <p:spPr>
          <a:xfrm>
            <a:off x="467097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eg0352"/>
          <p:cNvSpPr/>
          <p:nvPr/>
        </p:nvSpPr>
        <p:spPr>
          <a:xfrm>
            <a:off x="472725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eg0359"/>
          <p:cNvSpPr/>
          <p:nvPr/>
        </p:nvSpPr>
        <p:spPr>
          <a:xfrm>
            <a:off x="478352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eg0353"/>
          <p:cNvSpPr/>
          <p:nvPr/>
        </p:nvSpPr>
        <p:spPr>
          <a:xfrm>
            <a:off x="483980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eg0330"/>
          <p:cNvSpPr/>
          <p:nvPr/>
        </p:nvSpPr>
        <p:spPr>
          <a:xfrm>
            <a:off x="489608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eg0351"/>
          <p:cNvSpPr/>
          <p:nvPr/>
        </p:nvSpPr>
        <p:spPr>
          <a:xfrm>
            <a:off x="495235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eg0331"/>
          <p:cNvSpPr/>
          <p:nvPr/>
        </p:nvSpPr>
        <p:spPr>
          <a:xfrm>
            <a:off x="500863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eg0332"/>
          <p:cNvSpPr/>
          <p:nvPr/>
        </p:nvSpPr>
        <p:spPr>
          <a:xfrm>
            <a:off x="506491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eg0333"/>
          <p:cNvSpPr/>
          <p:nvPr/>
        </p:nvSpPr>
        <p:spPr>
          <a:xfrm>
            <a:off x="512118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eg0334"/>
          <p:cNvSpPr/>
          <p:nvPr/>
        </p:nvSpPr>
        <p:spPr>
          <a:xfrm>
            <a:off x="517746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eg0329"/>
          <p:cNvSpPr/>
          <p:nvPr/>
        </p:nvSpPr>
        <p:spPr>
          <a:xfrm>
            <a:off x="523374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g0335"/>
          <p:cNvSpPr/>
          <p:nvPr/>
        </p:nvSpPr>
        <p:spPr>
          <a:xfrm>
            <a:off x="529001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eg0360"/>
          <p:cNvSpPr/>
          <p:nvPr/>
        </p:nvSpPr>
        <p:spPr>
          <a:xfrm>
            <a:off x="534629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eg0336"/>
          <p:cNvSpPr/>
          <p:nvPr/>
        </p:nvSpPr>
        <p:spPr>
          <a:xfrm>
            <a:off x="540257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eg0670"/>
          <p:cNvSpPr/>
          <p:nvPr/>
        </p:nvSpPr>
        <p:spPr>
          <a:xfrm>
            <a:off x="545884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eg0197"/>
          <p:cNvSpPr/>
          <p:nvPr/>
        </p:nvSpPr>
        <p:spPr>
          <a:xfrm>
            <a:off x="551512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eg0183"/>
          <p:cNvSpPr/>
          <p:nvPr/>
        </p:nvSpPr>
        <p:spPr>
          <a:xfrm>
            <a:off x="557140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eg0337"/>
          <p:cNvSpPr/>
          <p:nvPr/>
        </p:nvSpPr>
        <p:spPr>
          <a:xfrm>
            <a:off x="562767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eg0328"/>
          <p:cNvSpPr/>
          <p:nvPr/>
        </p:nvSpPr>
        <p:spPr>
          <a:xfrm>
            <a:off x="568395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eg0397"/>
          <p:cNvSpPr/>
          <p:nvPr/>
        </p:nvSpPr>
        <p:spPr>
          <a:xfrm>
            <a:off x="574023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eg0338"/>
          <p:cNvSpPr/>
          <p:nvPr/>
        </p:nvSpPr>
        <p:spPr>
          <a:xfrm>
            <a:off x="579650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eg0327"/>
          <p:cNvSpPr/>
          <p:nvPr/>
        </p:nvSpPr>
        <p:spPr>
          <a:xfrm>
            <a:off x="585278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eg0184"/>
          <p:cNvSpPr/>
          <p:nvPr/>
        </p:nvSpPr>
        <p:spPr>
          <a:xfrm>
            <a:off x="590906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eg0326"/>
          <p:cNvSpPr/>
          <p:nvPr/>
        </p:nvSpPr>
        <p:spPr>
          <a:xfrm>
            <a:off x="596534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eg0339"/>
          <p:cNvSpPr/>
          <p:nvPr/>
        </p:nvSpPr>
        <p:spPr>
          <a:xfrm>
            <a:off x="602161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eg0325"/>
          <p:cNvSpPr/>
          <p:nvPr/>
        </p:nvSpPr>
        <p:spPr>
          <a:xfrm>
            <a:off x="607789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eg0664"/>
          <p:cNvSpPr/>
          <p:nvPr/>
        </p:nvSpPr>
        <p:spPr>
          <a:xfrm>
            <a:off x="613417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eg0349"/>
          <p:cNvSpPr/>
          <p:nvPr/>
        </p:nvSpPr>
        <p:spPr>
          <a:xfrm>
            <a:off x="619044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eg0350"/>
          <p:cNvSpPr/>
          <p:nvPr/>
        </p:nvSpPr>
        <p:spPr>
          <a:xfrm>
            <a:off x="624672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eg0324"/>
          <p:cNvSpPr/>
          <p:nvPr/>
        </p:nvSpPr>
        <p:spPr>
          <a:xfrm>
            <a:off x="630300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eg0340"/>
          <p:cNvSpPr/>
          <p:nvPr/>
        </p:nvSpPr>
        <p:spPr>
          <a:xfrm>
            <a:off x="635927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eg0665"/>
          <p:cNvSpPr/>
          <p:nvPr/>
        </p:nvSpPr>
        <p:spPr>
          <a:xfrm>
            <a:off x="641555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eg0348"/>
          <p:cNvSpPr/>
          <p:nvPr/>
        </p:nvSpPr>
        <p:spPr>
          <a:xfrm>
            <a:off x="647183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eg0666"/>
          <p:cNvSpPr/>
          <p:nvPr/>
        </p:nvSpPr>
        <p:spPr>
          <a:xfrm>
            <a:off x="652810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eg0399"/>
          <p:cNvSpPr/>
          <p:nvPr/>
        </p:nvSpPr>
        <p:spPr>
          <a:xfrm>
            <a:off x="658438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g0185"/>
          <p:cNvSpPr/>
          <p:nvPr/>
        </p:nvSpPr>
        <p:spPr>
          <a:xfrm>
            <a:off x="664066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eg0198"/>
          <p:cNvSpPr/>
          <p:nvPr/>
        </p:nvSpPr>
        <p:spPr>
          <a:xfrm>
            <a:off x="669693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eg0190"/>
          <p:cNvSpPr/>
          <p:nvPr/>
        </p:nvSpPr>
        <p:spPr>
          <a:xfrm>
            <a:off x="675321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eg0341"/>
          <p:cNvSpPr/>
          <p:nvPr/>
        </p:nvSpPr>
        <p:spPr>
          <a:xfrm>
            <a:off x="680949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eg0669"/>
          <p:cNvSpPr/>
          <p:nvPr/>
        </p:nvSpPr>
        <p:spPr>
          <a:xfrm>
            <a:off x="686576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eg0347"/>
          <p:cNvSpPr/>
          <p:nvPr/>
        </p:nvSpPr>
        <p:spPr>
          <a:xfrm>
            <a:off x="692204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eg0323"/>
          <p:cNvSpPr/>
          <p:nvPr/>
        </p:nvSpPr>
        <p:spPr>
          <a:xfrm>
            <a:off x="697832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Seg0321"/>
          <p:cNvSpPr/>
          <p:nvPr/>
        </p:nvSpPr>
        <p:spPr>
          <a:xfrm>
            <a:off x="703459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eg0322"/>
          <p:cNvSpPr/>
          <p:nvPr/>
        </p:nvSpPr>
        <p:spPr>
          <a:xfrm>
            <a:off x="709087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eg0342"/>
          <p:cNvSpPr/>
          <p:nvPr/>
        </p:nvSpPr>
        <p:spPr>
          <a:xfrm>
            <a:off x="714715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eg0346"/>
          <p:cNvSpPr/>
          <p:nvPr/>
        </p:nvSpPr>
        <p:spPr>
          <a:xfrm>
            <a:off x="720342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eg0345"/>
          <p:cNvSpPr/>
          <p:nvPr/>
        </p:nvSpPr>
        <p:spPr>
          <a:xfrm>
            <a:off x="725970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eg0667"/>
          <p:cNvSpPr/>
          <p:nvPr/>
        </p:nvSpPr>
        <p:spPr>
          <a:xfrm>
            <a:off x="731598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Seg0310"/>
          <p:cNvSpPr/>
          <p:nvPr/>
        </p:nvSpPr>
        <p:spPr>
          <a:xfrm>
            <a:off x="737226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eg0344"/>
          <p:cNvSpPr/>
          <p:nvPr/>
        </p:nvSpPr>
        <p:spPr>
          <a:xfrm>
            <a:off x="742853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Seg0307"/>
          <p:cNvSpPr/>
          <p:nvPr/>
        </p:nvSpPr>
        <p:spPr>
          <a:xfrm>
            <a:off x="748481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eg0343"/>
          <p:cNvSpPr/>
          <p:nvPr/>
        </p:nvSpPr>
        <p:spPr>
          <a:xfrm>
            <a:off x="754109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Seg0309"/>
          <p:cNvSpPr/>
          <p:nvPr/>
        </p:nvSpPr>
        <p:spPr>
          <a:xfrm>
            <a:off x="759736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Seg0308"/>
          <p:cNvSpPr/>
          <p:nvPr/>
        </p:nvSpPr>
        <p:spPr>
          <a:xfrm>
            <a:off x="765364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Seg0186"/>
          <p:cNvSpPr/>
          <p:nvPr/>
        </p:nvSpPr>
        <p:spPr>
          <a:xfrm>
            <a:off x="770992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eg0170"/>
          <p:cNvSpPr/>
          <p:nvPr/>
        </p:nvSpPr>
        <p:spPr>
          <a:xfrm>
            <a:off x="776619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Seg0311"/>
          <p:cNvSpPr/>
          <p:nvPr/>
        </p:nvSpPr>
        <p:spPr>
          <a:xfrm>
            <a:off x="782247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eg0306"/>
          <p:cNvSpPr/>
          <p:nvPr/>
        </p:nvSpPr>
        <p:spPr>
          <a:xfrm>
            <a:off x="787875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Seg0148"/>
          <p:cNvSpPr/>
          <p:nvPr/>
        </p:nvSpPr>
        <p:spPr>
          <a:xfrm>
            <a:off x="793502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eg0169"/>
          <p:cNvSpPr/>
          <p:nvPr/>
        </p:nvSpPr>
        <p:spPr>
          <a:xfrm>
            <a:off x="799130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Seg0187"/>
          <p:cNvSpPr/>
          <p:nvPr/>
        </p:nvSpPr>
        <p:spPr>
          <a:xfrm>
            <a:off x="804758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eg0668"/>
          <p:cNvSpPr/>
          <p:nvPr/>
        </p:nvSpPr>
        <p:spPr>
          <a:xfrm>
            <a:off x="810385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Seg0312"/>
          <p:cNvSpPr/>
          <p:nvPr/>
        </p:nvSpPr>
        <p:spPr>
          <a:xfrm>
            <a:off x="816013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eg0167"/>
          <p:cNvSpPr/>
          <p:nvPr/>
        </p:nvSpPr>
        <p:spPr>
          <a:xfrm>
            <a:off x="821641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Seg0168"/>
          <p:cNvSpPr/>
          <p:nvPr/>
        </p:nvSpPr>
        <p:spPr>
          <a:xfrm>
            <a:off x="827268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eg0199"/>
          <p:cNvSpPr/>
          <p:nvPr/>
        </p:nvSpPr>
        <p:spPr>
          <a:xfrm>
            <a:off x="832896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Seg0305"/>
          <p:cNvSpPr/>
          <p:nvPr/>
        </p:nvSpPr>
        <p:spPr>
          <a:xfrm>
            <a:off x="838524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eg0313"/>
          <p:cNvSpPr/>
          <p:nvPr/>
        </p:nvSpPr>
        <p:spPr>
          <a:xfrm>
            <a:off x="844151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Seg0166"/>
          <p:cNvSpPr/>
          <p:nvPr/>
        </p:nvSpPr>
        <p:spPr>
          <a:xfrm>
            <a:off x="849779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eg0314"/>
          <p:cNvSpPr/>
          <p:nvPr/>
        </p:nvSpPr>
        <p:spPr>
          <a:xfrm>
            <a:off x="855407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eg0316"/>
          <p:cNvSpPr/>
          <p:nvPr/>
        </p:nvSpPr>
        <p:spPr>
          <a:xfrm>
            <a:off x="861034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eg0317"/>
          <p:cNvSpPr/>
          <p:nvPr/>
        </p:nvSpPr>
        <p:spPr>
          <a:xfrm>
            <a:off x="866662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eg0315"/>
          <p:cNvSpPr/>
          <p:nvPr/>
        </p:nvSpPr>
        <p:spPr>
          <a:xfrm>
            <a:off x="872290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eg0252"/>
          <p:cNvSpPr/>
          <p:nvPr/>
        </p:nvSpPr>
        <p:spPr>
          <a:xfrm>
            <a:off x="877918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eg0251"/>
          <p:cNvSpPr/>
          <p:nvPr/>
        </p:nvSpPr>
        <p:spPr>
          <a:xfrm>
            <a:off x="883545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eg0253"/>
          <p:cNvSpPr/>
          <p:nvPr/>
        </p:nvSpPr>
        <p:spPr>
          <a:xfrm>
            <a:off x="889173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eg0254"/>
          <p:cNvSpPr/>
          <p:nvPr/>
        </p:nvSpPr>
        <p:spPr>
          <a:xfrm>
            <a:off x="894801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eg0149"/>
          <p:cNvSpPr/>
          <p:nvPr/>
        </p:nvSpPr>
        <p:spPr>
          <a:xfrm>
            <a:off x="900428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eg0387"/>
          <p:cNvSpPr/>
          <p:nvPr/>
        </p:nvSpPr>
        <p:spPr>
          <a:xfrm>
            <a:off x="906056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eg0188"/>
          <p:cNvSpPr/>
          <p:nvPr/>
        </p:nvSpPr>
        <p:spPr>
          <a:xfrm>
            <a:off x="911684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eg0189"/>
          <p:cNvSpPr/>
          <p:nvPr/>
        </p:nvSpPr>
        <p:spPr>
          <a:xfrm>
            <a:off x="917311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eg0250"/>
          <p:cNvSpPr/>
          <p:nvPr/>
        </p:nvSpPr>
        <p:spPr>
          <a:xfrm>
            <a:off x="922939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eg0304"/>
          <p:cNvSpPr/>
          <p:nvPr/>
        </p:nvSpPr>
        <p:spPr>
          <a:xfrm>
            <a:off x="928567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eg0165"/>
          <p:cNvSpPr/>
          <p:nvPr/>
        </p:nvSpPr>
        <p:spPr>
          <a:xfrm>
            <a:off x="934194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eg0255"/>
          <p:cNvSpPr/>
          <p:nvPr/>
        </p:nvSpPr>
        <p:spPr>
          <a:xfrm>
            <a:off x="939822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eg0318"/>
          <p:cNvSpPr/>
          <p:nvPr/>
        </p:nvSpPr>
        <p:spPr>
          <a:xfrm>
            <a:off x="945450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eg0464"/>
          <p:cNvSpPr/>
          <p:nvPr/>
        </p:nvSpPr>
        <p:spPr>
          <a:xfrm>
            <a:off x="951077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eg0465"/>
          <p:cNvSpPr/>
          <p:nvPr/>
        </p:nvSpPr>
        <p:spPr>
          <a:xfrm>
            <a:off x="956705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eg0249"/>
          <p:cNvSpPr/>
          <p:nvPr/>
        </p:nvSpPr>
        <p:spPr>
          <a:xfrm>
            <a:off x="962333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eg0463"/>
          <p:cNvSpPr/>
          <p:nvPr/>
        </p:nvSpPr>
        <p:spPr>
          <a:xfrm>
            <a:off x="967960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eg0427"/>
          <p:cNvSpPr/>
          <p:nvPr/>
        </p:nvSpPr>
        <p:spPr>
          <a:xfrm>
            <a:off x="973588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eg0607"/>
          <p:cNvSpPr/>
          <p:nvPr/>
        </p:nvSpPr>
        <p:spPr>
          <a:xfrm>
            <a:off x="979216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eg0256"/>
          <p:cNvSpPr/>
          <p:nvPr/>
        </p:nvSpPr>
        <p:spPr>
          <a:xfrm>
            <a:off x="984843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eg0426"/>
          <p:cNvSpPr/>
          <p:nvPr/>
        </p:nvSpPr>
        <p:spPr>
          <a:xfrm>
            <a:off x="990471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eg0257"/>
          <p:cNvSpPr/>
          <p:nvPr/>
        </p:nvSpPr>
        <p:spPr>
          <a:xfrm>
            <a:off x="996099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eg0462"/>
          <p:cNvSpPr/>
          <p:nvPr/>
        </p:nvSpPr>
        <p:spPr>
          <a:xfrm>
            <a:off x="1001726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eg0603"/>
          <p:cNvSpPr/>
          <p:nvPr/>
        </p:nvSpPr>
        <p:spPr>
          <a:xfrm>
            <a:off x="1007354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eg0258"/>
          <p:cNvSpPr/>
          <p:nvPr/>
        </p:nvSpPr>
        <p:spPr>
          <a:xfrm>
            <a:off x="1012982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eg0319"/>
          <p:cNvSpPr/>
          <p:nvPr/>
        </p:nvSpPr>
        <p:spPr>
          <a:xfrm>
            <a:off x="1018609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eg0171"/>
          <p:cNvSpPr/>
          <p:nvPr/>
        </p:nvSpPr>
        <p:spPr>
          <a:xfrm>
            <a:off x="1024237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eg0425"/>
          <p:cNvSpPr/>
          <p:nvPr/>
        </p:nvSpPr>
        <p:spPr>
          <a:xfrm>
            <a:off x="1029865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eg0259"/>
          <p:cNvSpPr/>
          <p:nvPr/>
        </p:nvSpPr>
        <p:spPr>
          <a:xfrm>
            <a:off x="1035493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eg0461"/>
          <p:cNvSpPr/>
          <p:nvPr/>
        </p:nvSpPr>
        <p:spPr>
          <a:xfrm>
            <a:off x="1041120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eg0248"/>
          <p:cNvSpPr/>
          <p:nvPr/>
        </p:nvSpPr>
        <p:spPr>
          <a:xfrm>
            <a:off x="1046748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eg0459"/>
          <p:cNvSpPr/>
          <p:nvPr/>
        </p:nvSpPr>
        <p:spPr>
          <a:xfrm>
            <a:off x="1052376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eg0260"/>
          <p:cNvSpPr/>
          <p:nvPr/>
        </p:nvSpPr>
        <p:spPr>
          <a:xfrm>
            <a:off x="1058003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eg0303"/>
          <p:cNvSpPr/>
          <p:nvPr/>
        </p:nvSpPr>
        <p:spPr>
          <a:xfrm>
            <a:off x="1063631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eg0458"/>
          <p:cNvSpPr/>
          <p:nvPr/>
        </p:nvSpPr>
        <p:spPr>
          <a:xfrm>
            <a:off x="1069259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eg0460"/>
          <p:cNvSpPr/>
          <p:nvPr/>
        </p:nvSpPr>
        <p:spPr>
          <a:xfrm>
            <a:off x="1074886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eg0320"/>
          <p:cNvSpPr/>
          <p:nvPr/>
        </p:nvSpPr>
        <p:spPr>
          <a:xfrm>
            <a:off x="1080514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eg0445"/>
          <p:cNvSpPr/>
          <p:nvPr/>
        </p:nvSpPr>
        <p:spPr>
          <a:xfrm>
            <a:off x="1086142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eg0262"/>
          <p:cNvSpPr/>
          <p:nvPr/>
        </p:nvSpPr>
        <p:spPr>
          <a:xfrm>
            <a:off x="1091769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eg0261"/>
          <p:cNvSpPr/>
          <p:nvPr/>
        </p:nvSpPr>
        <p:spPr>
          <a:xfrm>
            <a:off x="1097397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eg0264"/>
          <p:cNvSpPr/>
          <p:nvPr/>
        </p:nvSpPr>
        <p:spPr>
          <a:xfrm>
            <a:off x="11030251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eg0604"/>
          <p:cNvSpPr/>
          <p:nvPr/>
        </p:nvSpPr>
        <p:spPr>
          <a:xfrm>
            <a:off x="11086528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eg0265"/>
          <p:cNvSpPr/>
          <p:nvPr/>
        </p:nvSpPr>
        <p:spPr>
          <a:xfrm>
            <a:off x="1114280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eg0263"/>
          <p:cNvSpPr/>
          <p:nvPr/>
        </p:nvSpPr>
        <p:spPr>
          <a:xfrm>
            <a:off x="1119908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eg0388"/>
          <p:cNvSpPr/>
          <p:nvPr/>
        </p:nvSpPr>
        <p:spPr>
          <a:xfrm>
            <a:off x="1125535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eg0266"/>
          <p:cNvSpPr/>
          <p:nvPr/>
        </p:nvSpPr>
        <p:spPr>
          <a:xfrm>
            <a:off x="11311635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eg0267"/>
          <p:cNvSpPr/>
          <p:nvPr/>
        </p:nvSpPr>
        <p:spPr>
          <a:xfrm>
            <a:off x="11367912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eg0164"/>
          <p:cNvSpPr/>
          <p:nvPr/>
        </p:nvSpPr>
        <p:spPr>
          <a:xfrm>
            <a:off x="1142418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eg0504"/>
          <p:cNvSpPr/>
          <p:nvPr/>
        </p:nvSpPr>
        <p:spPr>
          <a:xfrm>
            <a:off x="1148046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eg0424"/>
          <p:cNvSpPr/>
          <p:nvPr/>
        </p:nvSpPr>
        <p:spPr>
          <a:xfrm>
            <a:off x="1153674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eg0457"/>
          <p:cNvSpPr/>
          <p:nvPr/>
        </p:nvSpPr>
        <p:spPr>
          <a:xfrm>
            <a:off x="11593019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eg0268"/>
          <p:cNvSpPr/>
          <p:nvPr/>
        </p:nvSpPr>
        <p:spPr>
          <a:xfrm>
            <a:off x="11649296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eg0605"/>
          <p:cNvSpPr/>
          <p:nvPr/>
        </p:nvSpPr>
        <p:spPr>
          <a:xfrm>
            <a:off x="1170557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eg0247"/>
          <p:cNvSpPr/>
          <p:nvPr/>
        </p:nvSpPr>
        <p:spPr>
          <a:xfrm>
            <a:off x="1176185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eg0546"/>
          <p:cNvSpPr/>
          <p:nvPr/>
        </p:nvSpPr>
        <p:spPr>
          <a:xfrm>
            <a:off x="1181812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eg0456"/>
          <p:cNvSpPr/>
          <p:nvPr/>
        </p:nvSpPr>
        <p:spPr>
          <a:xfrm>
            <a:off x="11874403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eg0539"/>
          <p:cNvSpPr/>
          <p:nvPr/>
        </p:nvSpPr>
        <p:spPr>
          <a:xfrm>
            <a:off x="1193068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eg0505"/>
          <p:cNvSpPr/>
          <p:nvPr/>
        </p:nvSpPr>
        <p:spPr>
          <a:xfrm>
            <a:off x="1198695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eg0422"/>
          <p:cNvSpPr/>
          <p:nvPr/>
        </p:nvSpPr>
        <p:spPr>
          <a:xfrm>
            <a:off x="12043234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eg0606"/>
          <p:cNvSpPr/>
          <p:nvPr/>
        </p:nvSpPr>
        <p:spPr>
          <a:xfrm>
            <a:off x="12099510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eg0301"/>
          <p:cNvSpPr/>
          <p:nvPr/>
        </p:nvSpPr>
        <p:spPr>
          <a:xfrm>
            <a:off x="12155787" y="0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eg0302"/>
          <p:cNvSpPr/>
          <p:nvPr/>
        </p:nvSpPr>
        <p:spPr>
          <a:xfrm>
            <a:off x="11807647" y="2036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eg0507"/>
          <p:cNvSpPr/>
          <p:nvPr/>
        </p:nvSpPr>
        <p:spPr>
          <a:xfrm>
            <a:off x="11807647" y="7664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eg0291"/>
          <p:cNvSpPr/>
          <p:nvPr/>
        </p:nvSpPr>
        <p:spPr>
          <a:xfrm>
            <a:off x="11807647" y="13292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eg0423"/>
          <p:cNvSpPr/>
          <p:nvPr/>
        </p:nvSpPr>
        <p:spPr>
          <a:xfrm>
            <a:off x="11807647" y="18919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eg0446"/>
          <p:cNvSpPr/>
          <p:nvPr/>
        </p:nvSpPr>
        <p:spPr>
          <a:xfrm>
            <a:off x="11807647" y="24547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eg0300"/>
          <p:cNvSpPr/>
          <p:nvPr/>
        </p:nvSpPr>
        <p:spPr>
          <a:xfrm>
            <a:off x="11807647" y="30175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eg0455"/>
          <p:cNvSpPr/>
          <p:nvPr/>
        </p:nvSpPr>
        <p:spPr>
          <a:xfrm>
            <a:off x="11807647" y="35803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eg0506"/>
          <p:cNvSpPr/>
          <p:nvPr/>
        </p:nvSpPr>
        <p:spPr>
          <a:xfrm>
            <a:off x="11807647" y="41430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eg0292"/>
          <p:cNvSpPr/>
          <p:nvPr/>
        </p:nvSpPr>
        <p:spPr>
          <a:xfrm>
            <a:off x="11807647" y="47058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eg0150"/>
          <p:cNvSpPr/>
          <p:nvPr/>
        </p:nvSpPr>
        <p:spPr>
          <a:xfrm>
            <a:off x="11807647" y="52686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eg0293"/>
          <p:cNvSpPr/>
          <p:nvPr/>
        </p:nvSpPr>
        <p:spPr>
          <a:xfrm>
            <a:off x="11807647" y="58313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eg0073"/>
          <p:cNvSpPr/>
          <p:nvPr/>
        </p:nvSpPr>
        <p:spPr>
          <a:xfrm>
            <a:off x="11807647" y="63941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eg0299"/>
          <p:cNvSpPr/>
          <p:nvPr/>
        </p:nvSpPr>
        <p:spPr>
          <a:xfrm>
            <a:off x="11807647" y="69569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eg0554"/>
          <p:cNvSpPr/>
          <p:nvPr/>
        </p:nvSpPr>
        <p:spPr>
          <a:xfrm>
            <a:off x="11807647" y="75196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eg0294"/>
          <p:cNvSpPr/>
          <p:nvPr/>
        </p:nvSpPr>
        <p:spPr>
          <a:xfrm>
            <a:off x="11807647" y="80824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eg0494"/>
          <p:cNvSpPr/>
          <p:nvPr/>
        </p:nvSpPr>
        <p:spPr>
          <a:xfrm>
            <a:off x="11807647" y="86452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Seg0454"/>
          <p:cNvSpPr/>
          <p:nvPr/>
        </p:nvSpPr>
        <p:spPr>
          <a:xfrm>
            <a:off x="11807647" y="92079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Seg0550"/>
          <p:cNvSpPr/>
          <p:nvPr/>
        </p:nvSpPr>
        <p:spPr>
          <a:xfrm>
            <a:off x="11807647" y="97707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Seg0540"/>
          <p:cNvSpPr/>
          <p:nvPr/>
        </p:nvSpPr>
        <p:spPr>
          <a:xfrm>
            <a:off x="11807647" y="103335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eg0295"/>
          <p:cNvSpPr/>
          <p:nvPr/>
        </p:nvSpPr>
        <p:spPr>
          <a:xfrm>
            <a:off x="11807647" y="108962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eg0298"/>
          <p:cNvSpPr/>
          <p:nvPr/>
        </p:nvSpPr>
        <p:spPr>
          <a:xfrm>
            <a:off x="11807647" y="114590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eg0074"/>
          <p:cNvSpPr/>
          <p:nvPr/>
        </p:nvSpPr>
        <p:spPr>
          <a:xfrm>
            <a:off x="11807647" y="120218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eg0447"/>
          <p:cNvSpPr/>
          <p:nvPr/>
        </p:nvSpPr>
        <p:spPr>
          <a:xfrm>
            <a:off x="11807647" y="125845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eg0296"/>
          <p:cNvSpPr/>
          <p:nvPr/>
        </p:nvSpPr>
        <p:spPr>
          <a:xfrm>
            <a:off x="11807647" y="131473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eg0079"/>
          <p:cNvSpPr/>
          <p:nvPr/>
        </p:nvSpPr>
        <p:spPr>
          <a:xfrm>
            <a:off x="11807647" y="137101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eg0553"/>
          <p:cNvSpPr/>
          <p:nvPr/>
        </p:nvSpPr>
        <p:spPr>
          <a:xfrm>
            <a:off x="11807647" y="142728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eg0547"/>
          <p:cNvSpPr/>
          <p:nvPr/>
        </p:nvSpPr>
        <p:spPr>
          <a:xfrm>
            <a:off x="11807647" y="148356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eg0549"/>
          <p:cNvSpPr/>
          <p:nvPr/>
        </p:nvSpPr>
        <p:spPr>
          <a:xfrm>
            <a:off x="11807647" y="153984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eg0297"/>
          <p:cNvSpPr/>
          <p:nvPr/>
        </p:nvSpPr>
        <p:spPr>
          <a:xfrm>
            <a:off x="11807647" y="159611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eg0551"/>
          <p:cNvSpPr/>
          <p:nvPr/>
        </p:nvSpPr>
        <p:spPr>
          <a:xfrm>
            <a:off x="11807647" y="165239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eg0548"/>
          <p:cNvSpPr/>
          <p:nvPr/>
        </p:nvSpPr>
        <p:spPr>
          <a:xfrm>
            <a:off x="11807647" y="170867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eg0075"/>
          <p:cNvSpPr/>
          <p:nvPr/>
        </p:nvSpPr>
        <p:spPr>
          <a:xfrm>
            <a:off x="11807647" y="176495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eg0552"/>
          <p:cNvSpPr/>
          <p:nvPr/>
        </p:nvSpPr>
        <p:spPr>
          <a:xfrm>
            <a:off x="11807647" y="182122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eg0453"/>
          <p:cNvSpPr/>
          <p:nvPr/>
        </p:nvSpPr>
        <p:spPr>
          <a:xfrm>
            <a:off x="11807647" y="187750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eg0545"/>
          <p:cNvSpPr/>
          <p:nvPr/>
        </p:nvSpPr>
        <p:spPr>
          <a:xfrm>
            <a:off x="11807647" y="193378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eg0437"/>
          <p:cNvSpPr/>
          <p:nvPr/>
        </p:nvSpPr>
        <p:spPr>
          <a:xfrm>
            <a:off x="11807647" y="199005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eg0428"/>
          <p:cNvSpPr/>
          <p:nvPr/>
        </p:nvSpPr>
        <p:spPr>
          <a:xfrm>
            <a:off x="11807647" y="204633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Seg0503"/>
          <p:cNvSpPr/>
          <p:nvPr/>
        </p:nvSpPr>
        <p:spPr>
          <a:xfrm>
            <a:off x="11807647" y="210261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Seg0078"/>
          <p:cNvSpPr/>
          <p:nvPr/>
        </p:nvSpPr>
        <p:spPr>
          <a:xfrm>
            <a:off x="11807647" y="215888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Seg0076"/>
          <p:cNvSpPr/>
          <p:nvPr/>
        </p:nvSpPr>
        <p:spPr>
          <a:xfrm>
            <a:off x="11807647" y="221516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Seg0163"/>
          <p:cNvSpPr/>
          <p:nvPr/>
        </p:nvSpPr>
        <p:spPr>
          <a:xfrm>
            <a:off x="11807647" y="227144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Seg0541"/>
          <p:cNvSpPr/>
          <p:nvPr/>
        </p:nvSpPr>
        <p:spPr>
          <a:xfrm>
            <a:off x="11807647" y="232771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Seg0450"/>
          <p:cNvSpPr/>
          <p:nvPr/>
        </p:nvSpPr>
        <p:spPr>
          <a:xfrm>
            <a:off x="11807647" y="238399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Seg0077"/>
          <p:cNvSpPr/>
          <p:nvPr/>
        </p:nvSpPr>
        <p:spPr>
          <a:xfrm>
            <a:off x="11807647" y="244027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Seg0449"/>
          <p:cNvSpPr/>
          <p:nvPr/>
        </p:nvSpPr>
        <p:spPr>
          <a:xfrm>
            <a:off x="11807647" y="249654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Seg0448"/>
          <p:cNvSpPr/>
          <p:nvPr/>
        </p:nvSpPr>
        <p:spPr>
          <a:xfrm>
            <a:off x="11807647" y="255282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Seg0172"/>
          <p:cNvSpPr/>
          <p:nvPr/>
        </p:nvSpPr>
        <p:spPr>
          <a:xfrm>
            <a:off x="11807647" y="260910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Seg0436"/>
          <p:cNvSpPr/>
          <p:nvPr/>
        </p:nvSpPr>
        <p:spPr>
          <a:xfrm>
            <a:off x="11807647" y="266537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Seg0452"/>
          <p:cNvSpPr/>
          <p:nvPr/>
        </p:nvSpPr>
        <p:spPr>
          <a:xfrm>
            <a:off x="11807647" y="272165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Seg0451"/>
          <p:cNvSpPr/>
          <p:nvPr/>
        </p:nvSpPr>
        <p:spPr>
          <a:xfrm>
            <a:off x="11807647" y="277793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Seg0429"/>
          <p:cNvSpPr/>
          <p:nvPr/>
        </p:nvSpPr>
        <p:spPr>
          <a:xfrm>
            <a:off x="11807647" y="283420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Seg0430"/>
          <p:cNvSpPr/>
          <p:nvPr/>
        </p:nvSpPr>
        <p:spPr>
          <a:xfrm>
            <a:off x="11807647" y="289048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Seg0542"/>
          <p:cNvSpPr/>
          <p:nvPr/>
        </p:nvSpPr>
        <p:spPr>
          <a:xfrm>
            <a:off x="11807647" y="294676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Seg0435"/>
          <p:cNvSpPr/>
          <p:nvPr/>
        </p:nvSpPr>
        <p:spPr>
          <a:xfrm>
            <a:off x="11807647" y="300303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Seg0495"/>
          <p:cNvSpPr/>
          <p:nvPr/>
        </p:nvSpPr>
        <p:spPr>
          <a:xfrm>
            <a:off x="11807647" y="305931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Seg0653"/>
          <p:cNvSpPr/>
          <p:nvPr/>
        </p:nvSpPr>
        <p:spPr>
          <a:xfrm>
            <a:off x="11807647" y="311559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Seg0431"/>
          <p:cNvSpPr/>
          <p:nvPr/>
        </p:nvSpPr>
        <p:spPr>
          <a:xfrm>
            <a:off x="11807647" y="317186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Seg0543"/>
          <p:cNvSpPr/>
          <p:nvPr/>
        </p:nvSpPr>
        <p:spPr>
          <a:xfrm>
            <a:off x="11807647" y="322814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Seg0434"/>
          <p:cNvSpPr/>
          <p:nvPr/>
        </p:nvSpPr>
        <p:spPr>
          <a:xfrm>
            <a:off x="11807647" y="328442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Seg0084"/>
          <p:cNvSpPr/>
          <p:nvPr/>
        </p:nvSpPr>
        <p:spPr>
          <a:xfrm>
            <a:off x="11807647" y="334070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Seg0544"/>
          <p:cNvSpPr/>
          <p:nvPr/>
        </p:nvSpPr>
        <p:spPr>
          <a:xfrm>
            <a:off x="11807647" y="339697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Seg0272"/>
          <p:cNvSpPr/>
          <p:nvPr/>
        </p:nvSpPr>
        <p:spPr>
          <a:xfrm>
            <a:off x="11807647" y="345325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Seg0654"/>
          <p:cNvSpPr/>
          <p:nvPr/>
        </p:nvSpPr>
        <p:spPr>
          <a:xfrm>
            <a:off x="11807647" y="350953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Seg0080"/>
          <p:cNvSpPr/>
          <p:nvPr/>
        </p:nvSpPr>
        <p:spPr>
          <a:xfrm>
            <a:off x="11807647" y="356580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Seg0658"/>
          <p:cNvSpPr/>
          <p:nvPr/>
        </p:nvSpPr>
        <p:spPr>
          <a:xfrm>
            <a:off x="11807647" y="362208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Seg0657"/>
          <p:cNvSpPr/>
          <p:nvPr/>
        </p:nvSpPr>
        <p:spPr>
          <a:xfrm>
            <a:off x="11807647" y="367836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Seg0288"/>
          <p:cNvSpPr/>
          <p:nvPr/>
        </p:nvSpPr>
        <p:spPr>
          <a:xfrm>
            <a:off x="11807647" y="373463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Seg0496"/>
          <p:cNvSpPr/>
          <p:nvPr/>
        </p:nvSpPr>
        <p:spPr>
          <a:xfrm>
            <a:off x="11807647" y="379091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eg0389"/>
          <p:cNvSpPr/>
          <p:nvPr/>
        </p:nvSpPr>
        <p:spPr>
          <a:xfrm>
            <a:off x="11807647" y="384719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Seg0432"/>
          <p:cNvSpPr/>
          <p:nvPr/>
        </p:nvSpPr>
        <p:spPr>
          <a:xfrm>
            <a:off x="11807647" y="390346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Seg0280"/>
          <p:cNvSpPr/>
          <p:nvPr/>
        </p:nvSpPr>
        <p:spPr>
          <a:xfrm>
            <a:off x="11807647" y="395974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Seg0656"/>
          <p:cNvSpPr/>
          <p:nvPr/>
        </p:nvSpPr>
        <p:spPr>
          <a:xfrm>
            <a:off x="11807647" y="401602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Seg0659"/>
          <p:cNvSpPr/>
          <p:nvPr/>
        </p:nvSpPr>
        <p:spPr>
          <a:xfrm>
            <a:off x="11807647" y="407229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Seg0290"/>
          <p:cNvSpPr/>
          <p:nvPr/>
        </p:nvSpPr>
        <p:spPr>
          <a:xfrm>
            <a:off x="11807647" y="412857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Seg0162"/>
          <p:cNvSpPr/>
          <p:nvPr/>
        </p:nvSpPr>
        <p:spPr>
          <a:xfrm>
            <a:off x="11807647" y="418485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Seg0279"/>
          <p:cNvSpPr/>
          <p:nvPr/>
        </p:nvSpPr>
        <p:spPr>
          <a:xfrm>
            <a:off x="11807647" y="424112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Seg0433"/>
          <p:cNvSpPr/>
          <p:nvPr/>
        </p:nvSpPr>
        <p:spPr>
          <a:xfrm>
            <a:off x="11807647" y="429740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Seg0289"/>
          <p:cNvSpPr/>
          <p:nvPr/>
        </p:nvSpPr>
        <p:spPr>
          <a:xfrm>
            <a:off x="11807647" y="435368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Seg0287"/>
          <p:cNvSpPr/>
          <p:nvPr/>
        </p:nvSpPr>
        <p:spPr>
          <a:xfrm>
            <a:off x="11807647" y="440995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Seg0655"/>
          <p:cNvSpPr/>
          <p:nvPr/>
        </p:nvSpPr>
        <p:spPr>
          <a:xfrm>
            <a:off x="11807647" y="446623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Seg0633"/>
          <p:cNvSpPr/>
          <p:nvPr/>
        </p:nvSpPr>
        <p:spPr>
          <a:xfrm>
            <a:off x="11807647" y="452251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Seg0612"/>
          <p:cNvSpPr/>
          <p:nvPr/>
        </p:nvSpPr>
        <p:spPr>
          <a:xfrm>
            <a:off x="11807647" y="457878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Seg0497"/>
          <p:cNvSpPr/>
          <p:nvPr/>
        </p:nvSpPr>
        <p:spPr>
          <a:xfrm>
            <a:off x="11807647" y="463506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Seg0660"/>
          <p:cNvSpPr/>
          <p:nvPr/>
        </p:nvSpPr>
        <p:spPr>
          <a:xfrm>
            <a:off x="11807647" y="469134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Seg0613"/>
          <p:cNvSpPr/>
          <p:nvPr/>
        </p:nvSpPr>
        <p:spPr>
          <a:xfrm>
            <a:off x="11807647" y="474762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Seg0083"/>
          <p:cNvSpPr/>
          <p:nvPr/>
        </p:nvSpPr>
        <p:spPr>
          <a:xfrm>
            <a:off x="11807647" y="480389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Seg0614"/>
          <p:cNvSpPr/>
          <p:nvPr/>
        </p:nvSpPr>
        <p:spPr>
          <a:xfrm>
            <a:off x="11807647" y="486017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Seg0281"/>
          <p:cNvSpPr/>
          <p:nvPr/>
        </p:nvSpPr>
        <p:spPr>
          <a:xfrm>
            <a:off x="11807647" y="491645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Seg0081"/>
          <p:cNvSpPr/>
          <p:nvPr/>
        </p:nvSpPr>
        <p:spPr>
          <a:xfrm>
            <a:off x="11807647" y="497272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Seg0286"/>
          <p:cNvSpPr/>
          <p:nvPr/>
        </p:nvSpPr>
        <p:spPr>
          <a:xfrm>
            <a:off x="11807647" y="502900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Seg0218"/>
          <p:cNvSpPr/>
          <p:nvPr/>
        </p:nvSpPr>
        <p:spPr>
          <a:xfrm>
            <a:off x="11807647" y="508528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Seg0498"/>
          <p:cNvSpPr/>
          <p:nvPr/>
        </p:nvSpPr>
        <p:spPr>
          <a:xfrm>
            <a:off x="11807647" y="514155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Seg0632"/>
          <p:cNvSpPr/>
          <p:nvPr/>
        </p:nvSpPr>
        <p:spPr>
          <a:xfrm>
            <a:off x="11807647" y="519783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Seg0390"/>
          <p:cNvSpPr/>
          <p:nvPr/>
        </p:nvSpPr>
        <p:spPr>
          <a:xfrm>
            <a:off x="11807647" y="525411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Seg0278"/>
          <p:cNvSpPr/>
          <p:nvPr/>
        </p:nvSpPr>
        <p:spPr>
          <a:xfrm>
            <a:off x="11807647" y="531038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Seg0151"/>
          <p:cNvSpPr/>
          <p:nvPr/>
        </p:nvSpPr>
        <p:spPr>
          <a:xfrm>
            <a:off x="11807647" y="536666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Seg0499"/>
          <p:cNvSpPr/>
          <p:nvPr/>
        </p:nvSpPr>
        <p:spPr>
          <a:xfrm>
            <a:off x="11807647" y="542294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Seg0631"/>
          <p:cNvSpPr/>
          <p:nvPr/>
        </p:nvSpPr>
        <p:spPr>
          <a:xfrm>
            <a:off x="11807647" y="547921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Seg0161"/>
          <p:cNvSpPr/>
          <p:nvPr/>
        </p:nvSpPr>
        <p:spPr>
          <a:xfrm>
            <a:off x="11807647" y="553549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Seg0219"/>
          <p:cNvSpPr/>
          <p:nvPr/>
        </p:nvSpPr>
        <p:spPr>
          <a:xfrm>
            <a:off x="11807647" y="559177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Seg0217"/>
          <p:cNvSpPr/>
          <p:nvPr/>
        </p:nvSpPr>
        <p:spPr>
          <a:xfrm>
            <a:off x="11807647" y="564804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Seg0615"/>
          <p:cNvSpPr/>
          <p:nvPr/>
        </p:nvSpPr>
        <p:spPr>
          <a:xfrm>
            <a:off x="11807647" y="570432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Seg0285"/>
          <p:cNvSpPr/>
          <p:nvPr/>
        </p:nvSpPr>
        <p:spPr>
          <a:xfrm>
            <a:off x="11807647" y="576060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Seg0082"/>
          <p:cNvSpPr/>
          <p:nvPr/>
        </p:nvSpPr>
        <p:spPr>
          <a:xfrm>
            <a:off x="11807647" y="581687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Seg0630"/>
          <p:cNvSpPr/>
          <p:nvPr/>
        </p:nvSpPr>
        <p:spPr>
          <a:xfrm>
            <a:off x="11807647" y="587315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Seg0282"/>
          <p:cNvSpPr/>
          <p:nvPr/>
        </p:nvSpPr>
        <p:spPr>
          <a:xfrm>
            <a:off x="11807647" y="592943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Seg0500"/>
          <p:cNvSpPr/>
          <p:nvPr/>
        </p:nvSpPr>
        <p:spPr>
          <a:xfrm>
            <a:off x="11807647" y="598570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Seg0277"/>
          <p:cNvSpPr/>
          <p:nvPr/>
        </p:nvSpPr>
        <p:spPr>
          <a:xfrm>
            <a:off x="11807647" y="604198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Seg0273"/>
          <p:cNvSpPr/>
          <p:nvPr/>
        </p:nvSpPr>
        <p:spPr>
          <a:xfrm>
            <a:off x="11807647" y="609826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Seg0284"/>
          <p:cNvSpPr/>
          <p:nvPr/>
        </p:nvSpPr>
        <p:spPr>
          <a:xfrm>
            <a:off x="11807647" y="615454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Seg0276"/>
          <p:cNvSpPr/>
          <p:nvPr/>
        </p:nvSpPr>
        <p:spPr>
          <a:xfrm>
            <a:off x="11807647" y="621081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Seg0616"/>
          <p:cNvSpPr/>
          <p:nvPr/>
        </p:nvSpPr>
        <p:spPr>
          <a:xfrm>
            <a:off x="11807647" y="626709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Seg0173"/>
          <p:cNvSpPr/>
          <p:nvPr/>
        </p:nvSpPr>
        <p:spPr>
          <a:xfrm>
            <a:off x="11807647" y="632337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Seg0203"/>
          <p:cNvSpPr/>
          <p:nvPr/>
        </p:nvSpPr>
        <p:spPr>
          <a:xfrm>
            <a:off x="11807647" y="637964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Seg0204"/>
          <p:cNvSpPr/>
          <p:nvPr/>
        </p:nvSpPr>
        <p:spPr>
          <a:xfrm>
            <a:off x="11807647" y="643592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Seg0629"/>
          <p:cNvSpPr/>
          <p:nvPr/>
        </p:nvSpPr>
        <p:spPr>
          <a:xfrm>
            <a:off x="11807647" y="649220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Seg0283"/>
          <p:cNvSpPr/>
          <p:nvPr/>
        </p:nvSpPr>
        <p:spPr>
          <a:xfrm>
            <a:off x="11807647" y="654847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Seg0502"/>
          <p:cNvSpPr/>
          <p:nvPr/>
        </p:nvSpPr>
        <p:spPr>
          <a:xfrm>
            <a:off x="11807647" y="660475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Seg0275"/>
          <p:cNvSpPr/>
          <p:nvPr/>
        </p:nvSpPr>
        <p:spPr>
          <a:xfrm>
            <a:off x="11807647" y="666103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Seg0617"/>
          <p:cNvSpPr/>
          <p:nvPr/>
        </p:nvSpPr>
        <p:spPr>
          <a:xfrm>
            <a:off x="11807647" y="671730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Seg0608"/>
          <p:cNvSpPr/>
          <p:nvPr/>
        </p:nvSpPr>
        <p:spPr>
          <a:xfrm>
            <a:off x="11807647" y="677358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Seg0274"/>
          <p:cNvSpPr/>
          <p:nvPr/>
        </p:nvSpPr>
        <p:spPr>
          <a:xfrm>
            <a:off x="1216355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Seg0174"/>
          <p:cNvSpPr/>
          <p:nvPr/>
        </p:nvSpPr>
        <p:spPr>
          <a:xfrm>
            <a:off x="1210728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Seg0269"/>
          <p:cNvSpPr/>
          <p:nvPr/>
        </p:nvSpPr>
        <p:spPr>
          <a:xfrm>
            <a:off x="1205100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Seg0271"/>
          <p:cNvSpPr/>
          <p:nvPr/>
        </p:nvSpPr>
        <p:spPr>
          <a:xfrm>
            <a:off x="1199472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Seg0270"/>
          <p:cNvSpPr/>
          <p:nvPr/>
        </p:nvSpPr>
        <p:spPr>
          <a:xfrm>
            <a:off x="1193844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Seg0501"/>
          <p:cNvSpPr/>
          <p:nvPr/>
        </p:nvSpPr>
        <p:spPr>
          <a:xfrm>
            <a:off x="1188217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Seg0611"/>
          <p:cNvSpPr/>
          <p:nvPr/>
        </p:nvSpPr>
        <p:spPr>
          <a:xfrm>
            <a:off x="1182589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Seg0205"/>
          <p:cNvSpPr/>
          <p:nvPr/>
        </p:nvSpPr>
        <p:spPr>
          <a:xfrm>
            <a:off x="1176961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Seg0152"/>
          <p:cNvSpPr/>
          <p:nvPr/>
        </p:nvSpPr>
        <p:spPr>
          <a:xfrm>
            <a:off x="1171334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Seg0609"/>
          <p:cNvSpPr/>
          <p:nvPr/>
        </p:nvSpPr>
        <p:spPr>
          <a:xfrm>
            <a:off x="1165706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Seg0628"/>
          <p:cNvSpPr/>
          <p:nvPr/>
        </p:nvSpPr>
        <p:spPr>
          <a:xfrm>
            <a:off x="1160078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Seg0160"/>
          <p:cNvSpPr/>
          <p:nvPr/>
        </p:nvSpPr>
        <p:spPr>
          <a:xfrm>
            <a:off x="1154451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Seg0662"/>
          <p:cNvSpPr/>
          <p:nvPr/>
        </p:nvSpPr>
        <p:spPr>
          <a:xfrm>
            <a:off x="1148823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Seg0618"/>
          <p:cNvSpPr/>
          <p:nvPr/>
        </p:nvSpPr>
        <p:spPr>
          <a:xfrm>
            <a:off x="1143195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Seg0610"/>
          <p:cNvSpPr/>
          <p:nvPr/>
        </p:nvSpPr>
        <p:spPr>
          <a:xfrm>
            <a:off x="1137568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Seg0175"/>
          <p:cNvSpPr/>
          <p:nvPr/>
        </p:nvSpPr>
        <p:spPr>
          <a:xfrm>
            <a:off x="1131940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Seg0619"/>
          <p:cNvSpPr/>
          <p:nvPr/>
        </p:nvSpPr>
        <p:spPr>
          <a:xfrm>
            <a:off x="1126312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Seg0620"/>
          <p:cNvSpPr/>
          <p:nvPr/>
        </p:nvSpPr>
        <p:spPr>
          <a:xfrm>
            <a:off x="1120685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Seg0621"/>
          <p:cNvSpPr/>
          <p:nvPr/>
        </p:nvSpPr>
        <p:spPr>
          <a:xfrm>
            <a:off x="1115057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Seg0622"/>
          <p:cNvSpPr/>
          <p:nvPr/>
        </p:nvSpPr>
        <p:spPr>
          <a:xfrm>
            <a:off x="1109429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Seg0206"/>
          <p:cNvSpPr/>
          <p:nvPr/>
        </p:nvSpPr>
        <p:spPr>
          <a:xfrm>
            <a:off x="1103802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Seg0176"/>
          <p:cNvSpPr/>
          <p:nvPr/>
        </p:nvSpPr>
        <p:spPr>
          <a:xfrm>
            <a:off x="1098174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Seg0177"/>
          <p:cNvSpPr/>
          <p:nvPr/>
        </p:nvSpPr>
        <p:spPr>
          <a:xfrm>
            <a:off x="1092546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Seg0623"/>
          <p:cNvSpPr/>
          <p:nvPr/>
        </p:nvSpPr>
        <p:spPr>
          <a:xfrm>
            <a:off x="1086919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Seg0661"/>
          <p:cNvSpPr/>
          <p:nvPr/>
        </p:nvSpPr>
        <p:spPr>
          <a:xfrm>
            <a:off x="1081291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Seg0627"/>
          <p:cNvSpPr/>
          <p:nvPr/>
        </p:nvSpPr>
        <p:spPr>
          <a:xfrm>
            <a:off x="1075663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Seg0178"/>
          <p:cNvSpPr/>
          <p:nvPr/>
        </p:nvSpPr>
        <p:spPr>
          <a:xfrm>
            <a:off x="1070036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Seg0182"/>
          <p:cNvSpPr/>
          <p:nvPr/>
        </p:nvSpPr>
        <p:spPr>
          <a:xfrm>
            <a:off x="1064408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Seg0626"/>
          <p:cNvSpPr/>
          <p:nvPr/>
        </p:nvSpPr>
        <p:spPr>
          <a:xfrm>
            <a:off x="1058780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Seg0467"/>
          <p:cNvSpPr/>
          <p:nvPr/>
        </p:nvSpPr>
        <p:spPr>
          <a:xfrm>
            <a:off x="1053152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Seg0179"/>
          <p:cNvSpPr/>
          <p:nvPr/>
        </p:nvSpPr>
        <p:spPr>
          <a:xfrm>
            <a:off x="1047525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Seg0216"/>
          <p:cNvSpPr/>
          <p:nvPr/>
        </p:nvSpPr>
        <p:spPr>
          <a:xfrm>
            <a:off x="1041897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Seg0180"/>
          <p:cNvSpPr/>
          <p:nvPr/>
        </p:nvSpPr>
        <p:spPr>
          <a:xfrm>
            <a:off x="1036269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Seg0181"/>
          <p:cNvSpPr/>
          <p:nvPr/>
        </p:nvSpPr>
        <p:spPr>
          <a:xfrm>
            <a:off x="1030642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Seg0466"/>
          <p:cNvSpPr/>
          <p:nvPr/>
        </p:nvSpPr>
        <p:spPr>
          <a:xfrm>
            <a:off x="1025014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Seg0153"/>
          <p:cNvSpPr/>
          <p:nvPr/>
        </p:nvSpPr>
        <p:spPr>
          <a:xfrm>
            <a:off x="1019386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Seg0468"/>
          <p:cNvSpPr/>
          <p:nvPr/>
        </p:nvSpPr>
        <p:spPr>
          <a:xfrm>
            <a:off x="1013759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Seg0207"/>
          <p:cNvSpPr/>
          <p:nvPr/>
        </p:nvSpPr>
        <p:spPr>
          <a:xfrm>
            <a:off x="1008131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Seg0624"/>
          <p:cNvSpPr/>
          <p:nvPr/>
        </p:nvSpPr>
        <p:spPr>
          <a:xfrm>
            <a:off x="1002503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Seg0469"/>
          <p:cNvSpPr/>
          <p:nvPr/>
        </p:nvSpPr>
        <p:spPr>
          <a:xfrm>
            <a:off x="996876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Seg0470"/>
          <p:cNvSpPr/>
          <p:nvPr/>
        </p:nvSpPr>
        <p:spPr>
          <a:xfrm>
            <a:off x="991248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Seg0215"/>
          <p:cNvSpPr/>
          <p:nvPr/>
        </p:nvSpPr>
        <p:spPr>
          <a:xfrm>
            <a:off x="985620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Seg0159"/>
          <p:cNvSpPr/>
          <p:nvPr/>
        </p:nvSpPr>
        <p:spPr>
          <a:xfrm>
            <a:off x="979993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Seg0471"/>
          <p:cNvSpPr/>
          <p:nvPr/>
        </p:nvSpPr>
        <p:spPr>
          <a:xfrm>
            <a:off x="974365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Seg0472"/>
          <p:cNvSpPr/>
          <p:nvPr/>
        </p:nvSpPr>
        <p:spPr>
          <a:xfrm>
            <a:off x="968737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Seg0214"/>
          <p:cNvSpPr/>
          <p:nvPr/>
        </p:nvSpPr>
        <p:spPr>
          <a:xfrm>
            <a:off x="963110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Seg0473"/>
          <p:cNvSpPr/>
          <p:nvPr/>
        </p:nvSpPr>
        <p:spPr>
          <a:xfrm>
            <a:off x="957482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Seg0625"/>
          <p:cNvSpPr/>
          <p:nvPr/>
        </p:nvSpPr>
        <p:spPr>
          <a:xfrm>
            <a:off x="951854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Seg0489"/>
          <p:cNvSpPr/>
          <p:nvPr/>
        </p:nvSpPr>
        <p:spPr>
          <a:xfrm>
            <a:off x="946227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Seg0208"/>
          <p:cNvSpPr/>
          <p:nvPr/>
        </p:nvSpPr>
        <p:spPr>
          <a:xfrm>
            <a:off x="940599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Seg0474"/>
          <p:cNvSpPr/>
          <p:nvPr/>
        </p:nvSpPr>
        <p:spPr>
          <a:xfrm>
            <a:off x="934971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Seg0154"/>
          <p:cNvSpPr/>
          <p:nvPr/>
        </p:nvSpPr>
        <p:spPr>
          <a:xfrm>
            <a:off x="929344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Seg0475"/>
          <p:cNvSpPr/>
          <p:nvPr/>
        </p:nvSpPr>
        <p:spPr>
          <a:xfrm>
            <a:off x="923716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Seg0566"/>
          <p:cNvSpPr/>
          <p:nvPr/>
        </p:nvSpPr>
        <p:spPr>
          <a:xfrm>
            <a:off x="918088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Seg0488"/>
          <p:cNvSpPr/>
          <p:nvPr/>
        </p:nvSpPr>
        <p:spPr>
          <a:xfrm>
            <a:off x="912460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Seg0476"/>
          <p:cNvSpPr/>
          <p:nvPr/>
        </p:nvSpPr>
        <p:spPr>
          <a:xfrm>
            <a:off x="906833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Seg0391"/>
          <p:cNvSpPr/>
          <p:nvPr/>
        </p:nvSpPr>
        <p:spPr>
          <a:xfrm>
            <a:off x="901205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Seg0155"/>
          <p:cNvSpPr/>
          <p:nvPr/>
        </p:nvSpPr>
        <p:spPr>
          <a:xfrm>
            <a:off x="895577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Seg0209"/>
          <p:cNvSpPr/>
          <p:nvPr/>
        </p:nvSpPr>
        <p:spPr>
          <a:xfrm>
            <a:off x="889950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Seg0158"/>
          <p:cNvSpPr/>
          <p:nvPr/>
        </p:nvSpPr>
        <p:spPr>
          <a:xfrm>
            <a:off x="884322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Seg0487"/>
          <p:cNvSpPr/>
          <p:nvPr/>
        </p:nvSpPr>
        <p:spPr>
          <a:xfrm>
            <a:off x="878694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Seg0477"/>
          <p:cNvSpPr/>
          <p:nvPr/>
        </p:nvSpPr>
        <p:spPr>
          <a:xfrm>
            <a:off x="873067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Seg0156"/>
          <p:cNvSpPr/>
          <p:nvPr/>
        </p:nvSpPr>
        <p:spPr>
          <a:xfrm>
            <a:off x="867439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Seg0481"/>
          <p:cNvSpPr/>
          <p:nvPr/>
        </p:nvSpPr>
        <p:spPr>
          <a:xfrm>
            <a:off x="861811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Seg0157"/>
          <p:cNvSpPr/>
          <p:nvPr/>
        </p:nvSpPr>
        <p:spPr>
          <a:xfrm>
            <a:off x="856184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Seg0392"/>
          <p:cNvSpPr/>
          <p:nvPr/>
        </p:nvSpPr>
        <p:spPr>
          <a:xfrm>
            <a:off x="850556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Seg0482"/>
          <p:cNvSpPr/>
          <p:nvPr/>
        </p:nvSpPr>
        <p:spPr>
          <a:xfrm>
            <a:off x="844928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Seg0478"/>
          <p:cNvSpPr/>
          <p:nvPr/>
        </p:nvSpPr>
        <p:spPr>
          <a:xfrm>
            <a:off x="839301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Seg0486"/>
          <p:cNvSpPr/>
          <p:nvPr/>
        </p:nvSpPr>
        <p:spPr>
          <a:xfrm>
            <a:off x="833673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Seg0556"/>
          <p:cNvSpPr/>
          <p:nvPr/>
        </p:nvSpPr>
        <p:spPr>
          <a:xfrm>
            <a:off x="828045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Seg0480"/>
          <p:cNvSpPr/>
          <p:nvPr/>
        </p:nvSpPr>
        <p:spPr>
          <a:xfrm>
            <a:off x="822418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Seg0479"/>
          <p:cNvSpPr/>
          <p:nvPr/>
        </p:nvSpPr>
        <p:spPr>
          <a:xfrm>
            <a:off x="816790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Seg0213"/>
          <p:cNvSpPr/>
          <p:nvPr/>
        </p:nvSpPr>
        <p:spPr>
          <a:xfrm>
            <a:off x="811162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Seg0555"/>
          <p:cNvSpPr/>
          <p:nvPr/>
        </p:nvSpPr>
        <p:spPr>
          <a:xfrm>
            <a:off x="805535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Seg0200"/>
          <p:cNvSpPr/>
          <p:nvPr/>
        </p:nvSpPr>
        <p:spPr>
          <a:xfrm>
            <a:off x="799907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Seg0483"/>
          <p:cNvSpPr/>
          <p:nvPr/>
        </p:nvSpPr>
        <p:spPr>
          <a:xfrm>
            <a:off x="794279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Seg0557"/>
          <p:cNvSpPr/>
          <p:nvPr/>
        </p:nvSpPr>
        <p:spPr>
          <a:xfrm>
            <a:off x="788652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Seg0210"/>
          <p:cNvSpPr/>
          <p:nvPr/>
        </p:nvSpPr>
        <p:spPr>
          <a:xfrm>
            <a:off x="783024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Seg0485"/>
          <p:cNvSpPr/>
          <p:nvPr/>
        </p:nvSpPr>
        <p:spPr>
          <a:xfrm>
            <a:off x="777396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Seg0393"/>
          <p:cNvSpPr/>
          <p:nvPr/>
        </p:nvSpPr>
        <p:spPr>
          <a:xfrm>
            <a:off x="771768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Seg0113"/>
          <p:cNvSpPr/>
          <p:nvPr/>
        </p:nvSpPr>
        <p:spPr>
          <a:xfrm>
            <a:off x="766141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Seg0558"/>
          <p:cNvSpPr/>
          <p:nvPr/>
        </p:nvSpPr>
        <p:spPr>
          <a:xfrm>
            <a:off x="760513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Seg0211"/>
          <p:cNvSpPr/>
          <p:nvPr/>
        </p:nvSpPr>
        <p:spPr>
          <a:xfrm>
            <a:off x="754885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Seg0484"/>
          <p:cNvSpPr/>
          <p:nvPr/>
        </p:nvSpPr>
        <p:spPr>
          <a:xfrm>
            <a:off x="749258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Seg0569"/>
          <p:cNvSpPr/>
          <p:nvPr/>
        </p:nvSpPr>
        <p:spPr>
          <a:xfrm>
            <a:off x="743630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Seg0114"/>
          <p:cNvSpPr/>
          <p:nvPr/>
        </p:nvSpPr>
        <p:spPr>
          <a:xfrm>
            <a:off x="738002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Seg0125"/>
          <p:cNvSpPr/>
          <p:nvPr/>
        </p:nvSpPr>
        <p:spPr>
          <a:xfrm>
            <a:off x="732375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Seg0212"/>
          <p:cNvSpPr/>
          <p:nvPr/>
        </p:nvSpPr>
        <p:spPr>
          <a:xfrm>
            <a:off x="726747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Seg0559"/>
          <p:cNvSpPr/>
          <p:nvPr/>
        </p:nvSpPr>
        <p:spPr>
          <a:xfrm>
            <a:off x="721119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Seg0394"/>
          <p:cNvSpPr/>
          <p:nvPr/>
        </p:nvSpPr>
        <p:spPr>
          <a:xfrm>
            <a:off x="715492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Seg0115"/>
          <p:cNvSpPr/>
          <p:nvPr/>
        </p:nvSpPr>
        <p:spPr>
          <a:xfrm>
            <a:off x="709864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Seg0116"/>
          <p:cNvSpPr/>
          <p:nvPr/>
        </p:nvSpPr>
        <p:spPr>
          <a:xfrm>
            <a:off x="704236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Seg0560"/>
          <p:cNvSpPr/>
          <p:nvPr/>
        </p:nvSpPr>
        <p:spPr>
          <a:xfrm>
            <a:off x="698609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Seg0395"/>
          <p:cNvSpPr/>
          <p:nvPr/>
        </p:nvSpPr>
        <p:spPr>
          <a:xfrm>
            <a:off x="692981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Seg0027"/>
          <p:cNvSpPr/>
          <p:nvPr/>
        </p:nvSpPr>
        <p:spPr>
          <a:xfrm>
            <a:off x="687353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Seg0117"/>
          <p:cNvSpPr/>
          <p:nvPr/>
        </p:nvSpPr>
        <p:spPr>
          <a:xfrm>
            <a:off x="681726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Seg0396"/>
          <p:cNvSpPr/>
          <p:nvPr/>
        </p:nvSpPr>
        <p:spPr>
          <a:xfrm>
            <a:off x="676098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Seg0000"/>
          <p:cNvSpPr/>
          <p:nvPr/>
        </p:nvSpPr>
        <p:spPr>
          <a:xfrm>
            <a:off x="670470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Seg0118"/>
          <p:cNvSpPr/>
          <p:nvPr/>
        </p:nvSpPr>
        <p:spPr>
          <a:xfrm>
            <a:off x="664843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Seg0567"/>
          <p:cNvSpPr/>
          <p:nvPr/>
        </p:nvSpPr>
        <p:spPr>
          <a:xfrm>
            <a:off x="659215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Seg0028"/>
          <p:cNvSpPr/>
          <p:nvPr/>
        </p:nvSpPr>
        <p:spPr>
          <a:xfrm>
            <a:off x="653587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Seg0030"/>
          <p:cNvSpPr/>
          <p:nvPr/>
        </p:nvSpPr>
        <p:spPr>
          <a:xfrm>
            <a:off x="647960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Seg0001"/>
          <p:cNvSpPr/>
          <p:nvPr/>
        </p:nvSpPr>
        <p:spPr>
          <a:xfrm>
            <a:off x="642332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Seg0029"/>
          <p:cNvSpPr/>
          <p:nvPr/>
        </p:nvSpPr>
        <p:spPr>
          <a:xfrm>
            <a:off x="636704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Seg0119"/>
          <p:cNvSpPr/>
          <p:nvPr/>
        </p:nvSpPr>
        <p:spPr>
          <a:xfrm>
            <a:off x="631077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Seg0568"/>
          <p:cNvSpPr/>
          <p:nvPr/>
        </p:nvSpPr>
        <p:spPr>
          <a:xfrm>
            <a:off x="625449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Seg0031"/>
          <p:cNvSpPr/>
          <p:nvPr/>
        </p:nvSpPr>
        <p:spPr>
          <a:xfrm>
            <a:off x="619821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Seg0120"/>
          <p:cNvSpPr/>
          <p:nvPr/>
        </p:nvSpPr>
        <p:spPr>
          <a:xfrm>
            <a:off x="614193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Seg0089"/>
          <p:cNvSpPr/>
          <p:nvPr/>
        </p:nvSpPr>
        <p:spPr>
          <a:xfrm>
            <a:off x="608566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Seg0380"/>
          <p:cNvSpPr/>
          <p:nvPr/>
        </p:nvSpPr>
        <p:spPr>
          <a:xfrm>
            <a:off x="602938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Seg0090"/>
          <p:cNvSpPr/>
          <p:nvPr/>
        </p:nvSpPr>
        <p:spPr>
          <a:xfrm>
            <a:off x="597310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Seg0002"/>
          <p:cNvSpPr/>
          <p:nvPr/>
        </p:nvSpPr>
        <p:spPr>
          <a:xfrm>
            <a:off x="591683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Seg0121"/>
          <p:cNvSpPr/>
          <p:nvPr/>
        </p:nvSpPr>
        <p:spPr>
          <a:xfrm>
            <a:off x="586055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Seg0026"/>
          <p:cNvSpPr/>
          <p:nvPr/>
        </p:nvSpPr>
        <p:spPr>
          <a:xfrm>
            <a:off x="580427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Seg0088"/>
          <p:cNvSpPr/>
          <p:nvPr/>
        </p:nvSpPr>
        <p:spPr>
          <a:xfrm>
            <a:off x="574800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Seg0122"/>
          <p:cNvSpPr/>
          <p:nvPr/>
        </p:nvSpPr>
        <p:spPr>
          <a:xfrm>
            <a:off x="569172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Seg0087"/>
          <p:cNvSpPr/>
          <p:nvPr/>
        </p:nvSpPr>
        <p:spPr>
          <a:xfrm>
            <a:off x="563544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Seg0003"/>
          <p:cNvSpPr/>
          <p:nvPr/>
        </p:nvSpPr>
        <p:spPr>
          <a:xfrm>
            <a:off x="557917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Seg0091"/>
          <p:cNvSpPr/>
          <p:nvPr/>
        </p:nvSpPr>
        <p:spPr>
          <a:xfrm>
            <a:off x="552289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Seg0086"/>
          <p:cNvSpPr/>
          <p:nvPr/>
        </p:nvSpPr>
        <p:spPr>
          <a:xfrm>
            <a:off x="546661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Seg0092"/>
          <p:cNvSpPr/>
          <p:nvPr/>
        </p:nvSpPr>
        <p:spPr>
          <a:xfrm>
            <a:off x="541034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Seg0124"/>
          <p:cNvSpPr/>
          <p:nvPr/>
        </p:nvSpPr>
        <p:spPr>
          <a:xfrm>
            <a:off x="535406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Seg0004"/>
          <p:cNvSpPr/>
          <p:nvPr/>
        </p:nvSpPr>
        <p:spPr>
          <a:xfrm>
            <a:off x="529778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Seg0032"/>
          <p:cNvSpPr/>
          <p:nvPr/>
        </p:nvSpPr>
        <p:spPr>
          <a:xfrm>
            <a:off x="524151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Seg0093"/>
          <p:cNvSpPr/>
          <p:nvPr/>
        </p:nvSpPr>
        <p:spPr>
          <a:xfrm>
            <a:off x="518523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Seg0012"/>
          <p:cNvSpPr/>
          <p:nvPr/>
        </p:nvSpPr>
        <p:spPr>
          <a:xfrm>
            <a:off x="512895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Seg0381"/>
          <p:cNvSpPr/>
          <p:nvPr/>
        </p:nvSpPr>
        <p:spPr>
          <a:xfrm>
            <a:off x="507268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Seg0123"/>
          <p:cNvSpPr/>
          <p:nvPr/>
        </p:nvSpPr>
        <p:spPr>
          <a:xfrm>
            <a:off x="501640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Seg0107"/>
          <p:cNvSpPr/>
          <p:nvPr/>
        </p:nvSpPr>
        <p:spPr>
          <a:xfrm>
            <a:off x="496012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Seg0085"/>
          <p:cNvSpPr/>
          <p:nvPr/>
        </p:nvSpPr>
        <p:spPr>
          <a:xfrm>
            <a:off x="490385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Seg0106"/>
          <p:cNvSpPr/>
          <p:nvPr/>
        </p:nvSpPr>
        <p:spPr>
          <a:xfrm>
            <a:off x="484757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Seg0094"/>
          <p:cNvSpPr/>
          <p:nvPr/>
        </p:nvSpPr>
        <p:spPr>
          <a:xfrm>
            <a:off x="479129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Seg0105"/>
          <p:cNvSpPr/>
          <p:nvPr/>
        </p:nvSpPr>
        <p:spPr>
          <a:xfrm>
            <a:off x="473501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Seg0108"/>
          <p:cNvSpPr/>
          <p:nvPr/>
        </p:nvSpPr>
        <p:spPr>
          <a:xfrm>
            <a:off x="467874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Seg0103"/>
          <p:cNvSpPr/>
          <p:nvPr/>
        </p:nvSpPr>
        <p:spPr>
          <a:xfrm>
            <a:off x="462246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Seg0095"/>
          <p:cNvSpPr/>
          <p:nvPr/>
        </p:nvSpPr>
        <p:spPr>
          <a:xfrm>
            <a:off x="456618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Seg0102"/>
          <p:cNvSpPr/>
          <p:nvPr/>
        </p:nvSpPr>
        <p:spPr>
          <a:xfrm>
            <a:off x="450991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Seg0005"/>
          <p:cNvSpPr/>
          <p:nvPr/>
        </p:nvSpPr>
        <p:spPr>
          <a:xfrm>
            <a:off x="445363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Seg0104"/>
          <p:cNvSpPr/>
          <p:nvPr/>
        </p:nvSpPr>
        <p:spPr>
          <a:xfrm>
            <a:off x="439735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Seg0100"/>
          <p:cNvSpPr/>
          <p:nvPr/>
        </p:nvSpPr>
        <p:spPr>
          <a:xfrm>
            <a:off x="434108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Seg0101"/>
          <p:cNvSpPr/>
          <p:nvPr/>
        </p:nvSpPr>
        <p:spPr>
          <a:xfrm>
            <a:off x="428480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Seg0109"/>
          <p:cNvSpPr/>
          <p:nvPr/>
        </p:nvSpPr>
        <p:spPr>
          <a:xfrm>
            <a:off x="422852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Seg0099"/>
          <p:cNvSpPr/>
          <p:nvPr/>
        </p:nvSpPr>
        <p:spPr>
          <a:xfrm>
            <a:off x="417225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Seg0096"/>
          <p:cNvSpPr/>
          <p:nvPr/>
        </p:nvSpPr>
        <p:spPr>
          <a:xfrm>
            <a:off x="411597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Seg0110"/>
          <p:cNvSpPr/>
          <p:nvPr/>
        </p:nvSpPr>
        <p:spPr>
          <a:xfrm>
            <a:off x="405969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Seg0098"/>
          <p:cNvSpPr/>
          <p:nvPr/>
        </p:nvSpPr>
        <p:spPr>
          <a:xfrm>
            <a:off x="400342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Seg0033"/>
          <p:cNvSpPr/>
          <p:nvPr/>
        </p:nvSpPr>
        <p:spPr>
          <a:xfrm>
            <a:off x="394714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Seg0097"/>
          <p:cNvSpPr/>
          <p:nvPr/>
        </p:nvSpPr>
        <p:spPr>
          <a:xfrm>
            <a:off x="389086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Seg0386"/>
          <p:cNvSpPr/>
          <p:nvPr/>
        </p:nvSpPr>
        <p:spPr>
          <a:xfrm>
            <a:off x="383459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Seg0111"/>
          <p:cNvSpPr/>
          <p:nvPr/>
        </p:nvSpPr>
        <p:spPr>
          <a:xfrm>
            <a:off x="377831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Seg0006"/>
          <p:cNvSpPr/>
          <p:nvPr/>
        </p:nvSpPr>
        <p:spPr>
          <a:xfrm>
            <a:off x="372203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Seg0112"/>
          <p:cNvSpPr/>
          <p:nvPr/>
        </p:nvSpPr>
        <p:spPr>
          <a:xfrm>
            <a:off x="366576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Seg0034"/>
          <p:cNvSpPr/>
          <p:nvPr/>
        </p:nvSpPr>
        <p:spPr>
          <a:xfrm>
            <a:off x="360948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Seg0007"/>
          <p:cNvSpPr/>
          <p:nvPr/>
        </p:nvSpPr>
        <p:spPr>
          <a:xfrm>
            <a:off x="355320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Seg0011"/>
          <p:cNvSpPr/>
          <p:nvPr/>
        </p:nvSpPr>
        <p:spPr>
          <a:xfrm>
            <a:off x="349693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Seg0008"/>
          <p:cNvSpPr/>
          <p:nvPr/>
        </p:nvSpPr>
        <p:spPr>
          <a:xfrm>
            <a:off x="344065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Seg0009"/>
          <p:cNvSpPr/>
          <p:nvPr/>
        </p:nvSpPr>
        <p:spPr>
          <a:xfrm>
            <a:off x="338437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Seg0035"/>
          <p:cNvSpPr/>
          <p:nvPr/>
        </p:nvSpPr>
        <p:spPr>
          <a:xfrm>
            <a:off x="332809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Seg0010"/>
          <p:cNvSpPr/>
          <p:nvPr/>
        </p:nvSpPr>
        <p:spPr>
          <a:xfrm>
            <a:off x="327182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Seg0036"/>
          <p:cNvSpPr/>
          <p:nvPr/>
        </p:nvSpPr>
        <p:spPr>
          <a:xfrm>
            <a:off x="321554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Seg0382"/>
          <p:cNvSpPr/>
          <p:nvPr/>
        </p:nvSpPr>
        <p:spPr>
          <a:xfrm>
            <a:off x="315926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Seg0385"/>
          <p:cNvSpPr/>
          <p:nvPr/>
        </p:nvSpPr>
        <p:spPr>
          <a:xfrm>
            <a:off x="310299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Seg0220"/>
          <p:cNvSpPr/>
          <p:nvPr/>
        </p:nvSpPr>
        <p:spPr>
          <a:xfrm>
            <a:off x="304671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Seg0383"/>
          <p:cNvSpPr/>
          <p:nvPr/>
        </p:nvSpPr>
        <p:spPr>
          <a:xfrm>
            <a:off x="299043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Seg0384"/>
          <p:cNvSpPr/>
          <p:nvPr/>
        </p:nvSpPr>
        <p:spPr>
          <a:xfrm>
            <a:off x="293416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Seg0224"/>
          <p:cNvSpPr/>
          <p:nvPr/>
        </p:nvSpPr>
        <p:spPr>
          <a:xfrm>
            <a:off x="287788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Seg0225"/>
          <p:cNvSpPr/>
          <p:nvPr/>
        </p:nvSpPr>
        <p:spPr>
          <a:xfrm>
            <a:off x="282160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Seg0229"/>
          <p:cNvSpPr/>
          <p:nvPr/>
        </p:nvSpPr>
        <p:spPr>
          <a:xfrm>
            <a:off x="276533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Seg0230"/>
          <p:cNvSpPr/>
          <p:nvPr/>
        </p:nvSpPr>
        <p:spPr>
          <a:xfrm>
            <a:off x="270905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Seg0228"/>
          <p:cNvSpPr/>
          <p:nvPr/>
        </p:nvSpPr>
        <p:spPr>
          <a:xfrm>
            <a:off x="265277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Seg0226"/>
          <p:cNvSpPr/>
          <p:nvPr/>
        </p:nvSpPr>
        <p:spPr>
          <a:xfrm>
            <a:off x="259650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Seg0234"/>
          <p:cNvSpPr/>
          <p:nvPr/>
        </p:nvSpPr>
        <p:spPr>
          <a:xfrm>
            <a:off x="254022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Seg0231"/>
          <p:cNvSpPr/>
          <p:nvPr/>
        </p:nvSpPr>
        <p:spPr>
          <a:xfrm>
            <a:off x="248394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Seg0227"/>
          <p:cNvSpPr/>
          <p:nvPr/>
        </p:nvSpPr>
        <p:spPr>
          <a:xfrm>
            <a:off x="242767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Seg0233"/>
          <p:cNvSpPr/>
          <p:nvPr/>
        </p:nvSpPr>
        <p:spPr>
          <a:xfrm>
            <a:off x="237139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Seg0221"/>
          <p:cNvSpPr/>
          <p:nvPr/>
        </p:nvSpPr>
        <p:spPr>
          <a:xfrm>
            <a:off x="231511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Seg0232"/>
          <p:cNvSpPr/>
          <p:nvPr/>
        </p:nvSpPr>
        <p:spPr>
          <a:xfrm>
            <a:off x="225884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Seg0223"/>
          <p:cNvSpPr/>
          <p:nvPr/>
        </p:nvSpPr>
        <p:spPr>
          <a:xfrm>
            <a:off x="220256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Seg0235"/>
          <p:cNvSpPr/>
          <p:nvPr/>
        </p:nvSpPr>
        <p:spPr>
          <a:xfrm>
            <a:off x="214628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Seg0041"/>
          <p:cNvSpPr/>
          <p:nvPr/>
        </p:nvSpPr>
        <p:spPr>
          <a:xfrm>
            <a:off x="209001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Seg0236"/>
          <p:cNvSpPr/>
          <p:nvPr/>
        </p:nvSpPr>
        <p:spPr>
          <a:xfrm>
            <a:off x="203373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Seg0237"/>
          <p:cNvSpPr/>
          <p:nvPr/>
        </p:nvSpPr>
        <p:spPr>
          <a:xfrm>
            <a:off x="197745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Seg0037"/>
          <p:cNvSpPr/>
          <p:nvPr/>
        </p:nvSpPr>
        <p:spPr>
          <a:xfrm>
            <a:off x="192118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Seg0222"/>
          <p:cNvSpPr/>
          <p:nvPr/>
        </p:nvSpPr>
        <p:spPr>
          <a:xfrm>
            <a:off x="186490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Seg0238"/>
          <p:cNvSpPr/>
          <p:nvPr/>
        </p:nvSpPr>
        <p:spPr>
          <a:xfrm>
            <a:off x="180862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Seg0239"/>
          <p:cNvSpPr/>
          <p:nvPr/>
        </p:nvSpPr>
        <p:spPr>
          <a:xfrm>
            <a:off x="175234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Seg0509"/>
          <p:cNvSpPr/>
          <p:nvPr/>
        </p:nvSpPr>
        <p:spPr>
          <a:xfrm>
            <a:off x="169607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Seg0240"/>
          <p:cNvSpPr/>
          <p:nvPr/>
        </p:nvSpPr>
        <p:spPr>
          <a:xfrm>
            <a:off x="163979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Seg0241"/>
          <p:cNvSpPr/>
          <p:nvPr/>
        </p:nvSpPr>
        <p:spPr>
          <a:xfrm>
            <a:off x="158351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Seg0040"/>
          <p:cNvSpPr/>
          <p:nvPr/>
        </p:nvSpPr>
        <p:spPr>
          <a:xfrm>
            <a:off x="152724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Seg0038"/>
          <p:cNvSpPr/>
          <p:nvPr/>
        </p:nvSpPr>
        <p:spPr>
          <a:xfrm>
            <a:off x="147096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Seg0572"/>
          <p:cNvSpPr/>
          <p:nvPr/>
        </p:nvSpPr>
        <p:spPr>
          <a:xfrm>
            <a:off x="141468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Seg0039"/>
          <p:cNvSpPr/>
          <p:nvPr/>
        </p:nvSpPr>
        <p:spPr>
          <a:xfrm>
            <a:off x="135841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eg0242"/>
          <p:cNvSpPr/>
          <p:nvPr/>
        </p:nvSpPr>
        <p:spPr>
          <a:xfrm>
            <a:off x="130213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Seg0573"/>
          <p:cNvSpPr/>
          <p:nvPr/>
        </p:nvSpPr>
        <p:spPr>
          <a:xfrm>
            <a:off x="124585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Seg0246"/>
          <p:cNvSpPr/>
          <p:nvPr/>
        </p:nvSpPr>
        <p:spPr>
          <a:xfrm>
            <a:off x="118958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Seg0245"/>
          <p:cNvSpPr/>
          <p:nvPr/>
        </p:nvSpPr>
        <p:spPr>
          <a:xfrm>
            <a:off x="113330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eg0571"/>
          <p:cNvSpPr/>
          <p:nvPr/>
        </p:nvSpPr>
        <p:spPr>
          <a:xfrm>
            <a:off x="1077028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Seg0244"/>
          <p:cNvSpPr/>
          <p:nvPr/>
        </p:nvSpPr>
        <p:spPr>
          <a:xfrm>
            <a:off x="1020751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Seg0510"/>
          <p:cNvSpPr/>
          <p:nvPr/>
        </p:nvSpPr>
        <p:spPr>
          <a:xfrm>
            <a:off x="96447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Seg0243"/>
          <p:cNvSpPr/>
          <p:nvPr/>
        </p:nvSpPr>
        <p:spPr>
          <a:xfrm>
            <a:off x="90819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eg0574"/>
          <p:cNvSpPr/>
          <p:nvPr/>
        </p:nvSpPr>
        <p:spPr>
          <a:xfrm>
            <a:off x="85192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Seg0575"/>
          <p:cNvSpPr/>
          <p:nvPr/>
        </p:nvSpPr>
        <p:spPr>
          <a:xfrm>
            <a:off x="795644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Seg0576"/>
          <p:cNvSpPr/>
          <p:nvPr/>
        </p:nvSpPr>
        <p:spPr>
          <a:xfrm>
            <a:off x="739367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Seg0577"/>
          <p:cNvSpPr/>
          <p:nvPr/>
        </p:nvSpPr>
        <p:spPr>
          <a:xfrm>
            <a:off x="68309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eg0511"/>
          <p:cNvSpPr/>
          <p:nvPr/>
        </p:nvSpPr>
        <p:spPr>
          <a:xfrm>
            <a:off x="62681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Seg0578"/>
          <p:cNvSpPr/>
          <p:nvPr/>
        </p:nvSpPr>
        <p:spPr>
          <a:xfrm>
            <a:off x="57053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Seg0579"/>
          <p:cNvSpPr/>
          <p:nvPr/>
        </p:nvSpPr>
        <p:spPr>
          <a:xfrm>
            <a:off x="514260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Seg0580"/>
          <p:cNvSpPr/>
          <p:nvPr/>
        </p:nvSpPr>
        <p:spPr>
          <a:xfrm>
            <a:off x="457983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Seg0581"/>
          <p:cNvSpPr/>
          <p:nvPr/>
        </p:nvSpPr>
        <p:spPr>
          <a:xfrm>
            <a:off x="40170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Seg0582"/>
          <p:cNvSpPr/>
          <p:nvPr/>
        </p:nvSpPr>
        <p:spPr>
          <a:xfrm>
            <a:off x="34542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Seg0512"/>
          <p:cNvSpPr/>
          <p:nvPr/>
        </p:nvSpPr>
        <p:spPr>
          <a:xfrm>
            <a:off x="28915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Seg0583"/>
          <p:cNvSpPr/>
          <p:nvPr/>
        </p:nvSpPr>
        <p:spPr>
          <a:xfrm>
            <a:off x="232876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Seg0586"/>
          <p:cNvSpPr/>
          <p:nvPr/>
        </p:nvSpPr>
        <p:spPr>
          <a:xfrm>
            <a:off x="17659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Seg0585"/>
          <p:cNvSpPr/>
          <p:nvPr/>
        </p:nvSpPr>
        <p:spPr>
          <a:xfrm>
            <a:off x="120322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Seg0584"/>
          <p:cNvSpPr/>
          <p:nvPr/>
        </p:nvSpPr>
        <p:spPr>
          <a:xfrm>
            <a:off x="64045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Seg0513"/>
          <p:cNvSpPr/>
          <p:nvPr/>
        </p:nvSpPr>
        <p:spPr>
          <a:xfrm>
            <a:off x="7769" y="6473952"/>
            <a:ext cx="56276" cy="38404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Seg0587"/>
          <p:cNvSpPr/>
          <p:nvPr/>
        </p:nvSpPr>
        <p:spPr>
          <a:xfrm>
            <a:off x="0" y="680949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Seg0514"/>
          <p:cNvSpPr/>
          <p:nvPr/>
        </p:nvSpPr>
        <p:spPr>
          <a:xfrm>
            <a:off x="0" y="675321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Seg0588"/>
          <p:cNvSpPr/>
          <p:nvPr/>
        </p:nvSpPr>
        <p:spPr>
          <a:xfrm>
            <a:off x="0" y="669693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Seg0515"/>
          <p:cNvSpPr/>
          <p:nvPr/>
        </p:nvSpPr>
        <p:spPr>
          <a:xfrm>
            <a:off x="0" y="664066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Seg0516"/>
          <p:cNvSpPr/>
          <p:nvPr/>
        </p:nvSpPr>
        <p:spPr>
          <a:xfrm>
            <a:off x="0" y="658438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Seg0589"/>
          <p:cNvSpPr/>
          <p:nvPr/>
        </p:nvSpPr>
        <p:spPr>
          <a:xfrm>
            <a:off x="0" y="652810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Seg0590"/>
          <p:cNvSpPr/>
          <p:nvPr/>
        </p:nvSpPr>
        <p:spPr>
          <a:xfrm>
            <a:off x="0" y="647183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Seg0517"/>
          <p:cNvSpPr/>
          <p:nvPr/>
        </p:nvSpPr>
        <p:spPr>
          <a:xfrm>
            <a:off x="0" y="641555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Seg0591"/>
          <p:cNvSpPr/>
          <p:nvPr/>
        </p:nvSpPr>
        <p:spPr>
          <a:xfrm>
            <a:off x="0" y="635927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Seg0518"/>
          <p:cNvSpPr/>
          <p:nvPr/>
        </p:nvSpPr>
        <p:spPr>
          <a:xfrm>
            <a:off x="0" y="630300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Seg0592"/>
          <p:cNvSpPr/>
          <p:nvPr/>
        </p:nvSpPr>
        <p:spPr>
          <a:xfrm>
            <a:off x="0" y="624672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Seg0519"/>
          <p:cNvSpPr/>
          <p:nvPr/>
        </p:nvSpPr>
        <p:spPr>
          <a:xfrm>
            <a:off x="0" y="619044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Seg0593"/>
          <p:cNvSpPr/>
          <p:nvPr/>
        </p:nvSpPr>
        <p:spPr>
          <a:xfrm>
            <a:off x="0" y="613417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Seg0520"/>
          <p:cNvSpPr/>
          <p:nvPr/>
        </p:nvSpPr>
        <p:spPr>
          <a:xfrm>
            <a:off x="0" y="607789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Seg0594"/>
          <p:cNvSpPr/>
          <p:nvPr/>
        </p:nvSpPr>
        <p:spPr>
          <a:xfrm>
            <a:off x="0" y="602161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Seg0595"/>
          <p:cNvSpPr/>
          <p:nvPr/>
        </p:nvSpPr>
        <p:spPr>
          <a:xfrm>
            <a:off x="0" y="596534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Seg0521"/>
          <p:cNvSpPr/>
          <p:nvPr/>
        </p:nvSpPr>
        <p:spPr>
          <a:xfrm>
            <a:off x="0" y="590906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Seg0201"/>
          <p:cNvSpPr/>
          <p:nvPr/>
        </p:nvSpPr>
        <p:spPr>
          <a:xfrm>
            <a:off x="0" y="585278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Seg0597"/>
          <p:cNvSpPr/>
          <p:nvPr/>
        </p:nvSpPr>
        <p:spPr>
          <a:xfrm>
            <a:off x="0" y="579650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Seg0440"/>
          <p:cNvSpPr/>
          <p:nvPr/>
        </p:nvSpPr>
        <p:spPr>
          <a:xfrm>
            <a:off x="0" y="574023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Seg0596"/>
          <p:cNvSpPr/>
          <p:nvPr/>
        </p:nvSpPr>
        <p:spPr>
          <a:xfrm>
            <a:off x="0" y="568395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Seg0508"/>
          <p:cNvSpPr/>
          <p:nvPr/>
        </p:nvSpPr>
        <p:spPr>
          <a:xfrm>
            <a:off x="0" y="562767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Seg0598"/>
          <p:cNvSpPr/>
          <p:nvPr/>
        </p:nvSpPr>
        <p:spPr>
          <a:xfrm>
            <a:off x="0" y="557140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Seg0441"/>
          <p:cNvSpPr/>
          <p:nvPr/>
        </p:nvSpPr>
        <p:spPr>
          <a:xfrm>
            <a:off x="0" y="551512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Seg0439"/>
          <p:cNvSpPr/>
          <p:nvPr/>
        </p:nvSpPr>
        <p:spPr>
          <a:xfrm>
            <a:off x="0" y="545884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Seg0442"/>
          <p:cNvSpPr/>
          <p:nvPr/>
        </p:nvSpPr>
        <p:spPr>
          <a:xfrm>
            <a:off x="0" y="540257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Seg0443"/>
          <p:cNvSpPr/>
          <p:nvPr/>
        </p:nvSpPr>
        <p:spPr>
          <a:xfrm>
            <a:off x="0" y="534629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Seg0444"/>
          <p:cNvSpPr/>
          <p:nvPr/>
        </p:nvSpPr>
        <p:spPr>
          <a:xfrm>
            <a:off x="0" y="529001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Seg0014"/>
          <p:cNvSpPr/>
          <p:nvPr/>
        </p:nvSpPr>
        <p:spPr>
          <a:xfrm>
            <a:off x="0" y="523374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Seg0522"/>
          <p:cNvSpPr/>
          <p:nvPr/>
        </p:nvSpPr>
        <p:spPr>
          <a:xfrm>
            <a:off x="0" y="517746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Seg0570"/>
          <p:cNvSpPr/>
          <p:nvPr/>
        </p:nvSpPr>
        <p:spPr>
          <a:xfrm>
            <a:off x="0" y="512118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Seg0015"/>
          <p:cNvSpPr/>
          <p:nvPr/>
        </p:nvSpPr>
        <p:spPr>
          <a:xfrm>
            <a:off x="0" y="506491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Seg0013"/>
          <p:cNvSpPr/>
          <p:nvPr/>
        </p:nvSpPr>
        <p:spPr>
          <a:xfrm>
            <a:off x="0" y="500863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Seg0523"/>
          <p:cNvSpPr/>
          <p:nvPr/>
        </p:nvSpPr>
        <p:spPr>
          <a:xfrm>
            <a:off x="0" y="495235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Seg0016"/>
          <p:cNvSpPr/>
          <p:nvPr/>
        </p:nvSpPr>
        <p:spPr>
          <a:xfrm>
            <a:off x="0" y="489608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Seg0046"/>
          <p:cNvSpPr/>
          <p:nvPr/>
        </p:nvSpPr>
        <p:spPr>
          <a:xfrm>
            <a:off x="0" y="483980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Seg0017"/>
          <p:cNvSpPr/>
          <p:nvPr/>
        </p:nvSpPr>
        <p:spPr>
          <a:xfrm>
            <a:off x="0" y="478352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Seg0047"/>
          <p:cNvSpPr/>
          <p:nvPr/>
        </p:nvSpPr>
        <p:spPr>
          <a:xfrm>
            <a:off x="0" y="472725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Seg0018"/>
          <p:cNvSpPr/>
          <p:nvPr/>
        </p:nvSpPr>
        <p:spPr>
          <a:xfrm>
            <a:off x="0" y="467097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Seg0019"/>
          <p:cNvSpPr/>
          <p:nvPr/>
        </p:nvSpPr>
        <p:spPr>
          <a:xfrm>
            <a:off x="0" y="4614697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Seg0048"/>
          <p:cNvSpPr/>
          <p:nvPr/>
        </p:nvSpPr>
        <p:spPr>
          <a:xfrm>
            <a:off x="0" y="455842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Seg0020"/>
          <p:cNvSpPr/>
          <p:nvPr/>
        </p:nvSpPr>
        <p:spPr>
          <a:xfrm>
            <a:off x="0" y="450214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Seg0021"/>
          <p:cNvSpPr/>
          <p:nvPr/>
        </p:nvSpPr>
        <p:spPr>
          <a:xfrm>
            <a:off x="0" y="444586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Seg0049"/>
          <p:cNvSpPr/>
          <p:nvPr/>
        </p:nvSpPr>
        <p:spPr>
          <a:xfrm>
            <a:off x="0" y="4389590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Seg0045"/>
          <p:cNvSpPr/>
          <p:nvPr/>
        </p:nvSpPr>
        <p:spPr>
          <a:xfrm>
            <a:off x="0" y="4333313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Seg0071"/>
          <p:cNvSpPr/>
          <p:nvPr/>
        </p:nvSpPr>
        <p:spPr>
          <a:xfrm>
            <a:off x="0" y="427703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Seg0050"/>
          <p:cNvSpPr/>
          <p:nvPr/>
        </p:nvSpPr>
        <p:spPr>
          <a:xfrm>
            <a:off x="0" y="422075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Seg0051"/>
          <p:cNvSpPr/>
          <p:nvPr/>
        </p:nvSpPr>
        <p:spPr>
          <a:xfrm>
            <a:off x="0" y="416448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Seg0438"/>
          <p:cNvSpPr/>
          <p:nvPr/>
        </p:nvSpPr>
        <p:spPr>
          <a:xfrm>
            <a:off x="0" y="4108206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Seg0052"/>
          <p:cNvSpPr/>
          <p:nvPr/>
        </p:nvSpPr>
        <p:spPr>
          <a:xfrm>
            <a:off x="0" y="4051929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Seg0022"/>
          <p:cNvSpPr/>
          <p:nvPr/>
        </p:nvSpPr>
        <p:spPr>
          <a:xfrm>
            <a:off x="0" y="399565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Seg0053"/>
          <p:cNvSpPr/>
          <p:nvPr/>
        </p:nvSpPr>
        <p:spPr>
          <a:xfrm>
            <a:off x="0" y="393937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Seg0421"/>
          <p:cNvSpPr/>
          <p:nvPr/>
        </p:nvSpPr>
        <p:spPr>
          <a:xfrm>
            <a:off x="0" y="388309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Seg0054"/>
          <p:cNvSpPr/>
          <p:nvPr/>
        </p:nvSpPr>
        <p:spPr>
          <a:xfrm>
            <a:off x="0" y="3826822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Seg0055"/>
          <p:cNvSpPr/>
          <p:nvPr/>
        </p:nvSpPr>
        <p:spPr>
          <a:xfrm>
            <a:off x="0" y="3770545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Seg0420"/>
          <p:cNvSpPr/>
          <p:nvPr/>
        </p:nvSpPr>
        <p:spPr>
          <a:xfrm>
            <a:off x="0" y="371426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Seg0023"/>
          <p:cNvSpPr/>
          <p:nvPr/>
        </p:nvSpPr>
        <p:spPr>
          <a:xfrm>
            <a:off x="0" y="365799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Seg0056"/>
          <p:cNvSpPr/>
          <p:nvPr/>
        </p:nvSpPr>
        <p:spPr>
          <a:xfrm>
            <a:off x="0" y="360171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Seg0024"/>
          <p:cNvSpPr/>
          <p:nvPr/>
        </p:nvSpPr>
        <p:spPr>
          <a:xfrm>
            <a:off x="0" y="3545438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Seg0025"/>
          <p:cNvSpPr/>
          <p:nvPr/>
        </p:nvSpPr>
        <p:spPr>
          <a:xfrm>
            <a:off x="0" y="3489161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Seg0057"/>
          <p:cNvSpPr/>
          <p:nvPr/>
        </p:nvSpPr>
        <p:spPr>
          <a:xfrm>
            <a:off x="0" y="3432884"/>
            <a:ext cx="384048" cy="56276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Umriss"/>
          <p:cNvSpPr/>
          <p:nvPr/>
        </p:nvSpPr>
        <p:spPr>
          <a:xfrm>
            <a:off x="2163928" y="944864"/>
            <a:ext cx="7863840" cy="4876832"/>
          </a:xfrm>
          <a:custGeom>
            <a:avLst/>
            <a:gdLst/>
            <a:ahLst/>
            <a:cxnLst/>
            <a:rect l="l" t="t" r="r" b="b"/>
            <a:pathLst>
              <a:path w="7863840" h="4876832">
                <a:moveTo>
                  <a:pt x="648918" y="45781"/>
                </a:moveTo>
                <a:lnTo>
                  <a:pt x="619991" y="87771"/>
                </a:lnTo>
                <a:lnTo>
                  <a:pt x="646108" y="102889"/>
                </a:lnTo>
                <a:close/>
                <a:moveTo>
                  <a:pt x="641440" y="139111"/>
                </a:moveTo>
                <a:lnTo>
                  <a:pt x="656953" y="158618"/>
                </a:lnTo>
                <a:lnTo>
                  <a:pt x="670184" y="122712"/>
                </a:lnTo>
                <a:close/>
                <a:moveTo>
                  <a:pt x="488858" y="106817"/>
                </a:moveTo>
                <a:lnTo>
                  <a:pt x="426060" y="44400"/>
                </a:lnTo>
                <a:lnTo>
                  <a:pt x="395175" y="132059"/>
                </a:lnTo>
                <a:lnTo>
                  <a:pt x="410658" y="404306"/>
                </a:lnTo>
                <a:lnTo>
                  <a:pt x="377864" y="435590"/>
                </a:lnTo>
                <a:lnTo>
                  <a:pt x="437624" y="468503"/>
                </a:lnTo>
                <a:lnTo>
                  <a:pt x="365710" y="507923"/>
                </a:lnTo>
                <a:lnTo>
                  <a:pt x="224748" y="890098"/>
                </a:lnTo>
                <a:lnTo>
                  <a:pt x="119879" y="1051598"/>
                </a:lnTo>
                <a:lnTo>
                  <a:pt x="106658" y="1327166"/>
                </a:lnTo>
                <a:lnTo>
                  <a:pt x="0" y="1531690"/>
                </a:lnTo>
                <a:lnTo>
                  <a:pt x="46380" y="1631485"/>
                </a:lnTo>
                <a:lnTo>
                  <a:pt x="13929" y="1797326"/>
                </a:lnTo>
                <a:lnTo>
                  <a:pt x="72019" y="1915461"/>
                </a:lnTo>
                <a:lnTo>
                  <a:pt x="76506" y="2001113"/>
                </a:lnTo>
                <a:lnTo>
                  <a:pt x="132933" y="2037106"/>
                </a:lnTo>
                <a:lnTo>
                  <a:pt x="158540" y="2000687"/>
                </a:lnTo>
                <a:lnTo>
                  <a:pt x="109096" y="2168063"/>
                </a:lnTo>
                <a:lnTo>
                  <a:pt x="177414" y="2274681"/>
                </a:lnTo>
                <a:lnTo>
                  <a:pt x="136334" y="2360337"/>
                </a:lnTo>
                <a:lnTo>
                  <a:pt x="261794" y="2636200"/>
                </a:lnTo>
                <a:lnTo>
                  <a:pt x="233769" y="2731952"/>
                </a:lnTo>
                <a:lnTo>
                  <a:pt x="253658" y="2763264"/>
                </a:lnTo>
                <a:lnTo>
                  <a:pt x="389827" y="2804926"/>
                </a:lnTo>
                <a:lnTo>
                  <a:pt x="428627" y="2867683"/>
                </a:lnTo>
                <a:lnTo>
                  <a:pt x="522747" y="2911328"/>
                </a:lnTo>
                <a:lnTo>
                  <a:pt x="532573" y="2973038"/>
                </a:lnTo>
                <a:lnTo>
                  <a:pt x="568653" y="2977348"/>
                </a:lnTo>
                <a:lnTo>
                  <a:pt x="657460" y="3089626"/>
                </a:lnTo>
                <a:lnTo>
                  <a:pt x="678453" y="3243755"/>
                </a:lnTo>
                <a:lnTo>
                  <a:pt x="1086681" y="3287920"/>
                </a:lnTo>
                <a:lnTo>
                  <a:pt x="1037004" y="3328787"/>
                </a:lnTo>
                <a:lnTo>
                  <a:pt x="1588919" y="3653510"/>
                </a:lnTo>
                <a:lnTo>
                  <a:pt x="2047529" y="3719793"/>
                </a:lnTo>
                <a:lnTo>
                  <a:pt x="2058644" y="3633745"/>
                </a:lnTo>
                <a:lnTo>
                  <a:pt x="2325295" y="3657621"/>
                </a:lnTo>
                <a:lnTo>
                  <a:pt x="2566681" y="3923695"/>
                </a:lnTo>
                <a:lnTo>
                  <a:pt x="2614075" y="4106007"/>
                </a:lnTo>
                <a:lnTo>
                  <a:pt x="2806449" y="4247331"/>
                </a:lnTo>
                <a:lnTo>
                  <a:pt x="2974113" y="4090303"/>
                </a:lnTo>
                <a:lnTo>
                  <a:pt x="3125028" y="4121565"/>
                </a:lnTo>
                <a:lnTo>
                  <a:pt x="3240719" y="4251754"/>
                </a:lnTo>
                <a:lnTo>
                  <a:pt x="3296429" y="4410432"/>
                </a:lnTo>
                <a:lnTo>
                  <a:pt x="3427772" y="4567344"/>
                </a:lnTo>
                <a:lnTo>
                  <a:pt x="3473778" y="4747023"/>
                </a:lnTo>
                <a:lnTo>
                  <a:pt x="3754189" y="4876832"/>
                </a:lnTo>
                <a:lnTo>
                  <a:pt x="3807384" y="4857999"/>
                </a:lnTo>
                <a:lnTo>
                  <a:pt x="3750526" y="4697049"/>
                </a:lnTo>
                <a:lnTo>
                  <a:pt x="3760507" y="4598881"/>
                </a:lnTo>
                <a:lnTo>
                  <a:pt x="3887594" y="4402318"/>
                </a:lnTo>
                <a:lnTo>
                  <a:pt x="3950049" y="4396473"/>
                </a:lnTo>
                <a:lnTo>
                  <a:pt x="3906340" y="4347401"/>
                </a:lnTo>
                <a:lnTo>
                  <a:pt x="4019792" y="4365453"/>
                </a:lnTo>
                <a:lnTo>
                  <a:pt x="4120220" y="4315235"/>
                </a:lnTo>
                <a:lnTo>
                  <a:pt x="4200499" y="4230254"/>
                </a:lnTo>
                <a:lnTo>
                  <a:pt x="4180035" y="4183633"/>
                </a:lnTo>
                <a:lnTo>
                  <a:pt x="4224728" y="4139360"/>
                </a:lnTo>
                <a:lnTo>
                  <a:pt x="4261556" y="4184660"/>
                </a:lnTo>
                <a:lnTo>
                  <a:pt x="4474856" y="4136137"/>
                </a:lnTo>
                <a:lnTo>
                  <a:pt x="4627365" y="4176798"/>
                </a:lnTo>
                <a:lnTo>
                  <a:pt x="4694571" y="4116707"/>
                </a:lnTo>
                <a:lnTo>
                  <a:pt x="4881742" y="4250317"/>
                </a:lnTo>
                <a:lnTo>
                  <a:pt x="4918697" y="4210735"/>
                </a:lnTo>
                <a:lnTo>
                  <a:pt x="4996424" y="4231110"/>
                </a:lnTo>
                <a:lnTo>
                  <a:pt x="5034161" y="4166149"/>
                </a:lnTo>
                <a:lnTo>
                  <a:pt x="5036247" y="4198349"/>
                </a:lnTo>
                <a:lnTo>
                  <a:pt x="5154527" y="4247605"/>
                </a:lnTo>
                <a:lnTo>
                  <a:pt x="5178518" y="4213525"/>
                </a:lnTo>
                <a:lnTo>
                  <a:pt x="5059070" y="4158256"/>
                </a:lnTo>
                <a:lnTo>
                  <a:pt x="5064216" y="4113033"/>
                </a:lnTo>
                <a:lnTo>
                  <a:pt x="5101818" y="4119868"/>
                </a:lnTo>
                <a:lnTo>
                  <a:pt x="5121935" y="4083997"/>
                </a:lnTo>
                <a:lnTo>
                  <a:pt x="5085677" y="4056227"/>
                </a:lnTo>
                <a:lnTo>
                  <a:pt x="5070646" y="4087541"/>
                </a:lnTo>
                <a:lnTo>
                  <a:pt x="5030236" y="4077683"/>
                </a:lnTo>
                <a:lnTo>
                  <a:pt x="5187192" y="3977831"/>
                </a:lnTo>
                <a:lnTo>
                  <a:pt x="5303898" y="3986377"/>
                </a:lnTo>
                <a:lnTo>
                  <a:pt x="5318592" y="3915005"/>
                </a:lnTo>
                <a:lnTo>
                  <a:pt x="5383750" y="3993159"/>
                </a:lnTo>
                <a:lnTo>
                  <a:pt x="5427135" y="3954719"/>
                </a:lnTo>
                <a:lnTo>
                  <a:pt x="5405552" y="3984942"/>
                </a:lnTo>
                <a:lnTo>
                  <a:pt x="5603201" y="3950260"/>
                </a:lnTo>
                <a:lnTo>
                  <a:pt x="5757457" y="4014460"/>
                </a:lnTo>
                <a:lnTo>
                  <a:pt x="5777828" y="4058299"/>
                </a:lnTo>
                <a:lnTo>
                  <a:pt x="5979054" y="3956533"/>
                </a:lnTo>
                <a:lnTo>
                  <a:pt x="6046910" y="3989830"/>
                </a:lnTo>
                <a:lnTo>
                  <a:pt x="6236088" y="4155256"/>
                </a:lnTo>
                <a:lnTo>
                  <a:pt x="6227942" y="4348286"/>
                </a:lnTo>
                <a:lnTo>
                  <a:pt x="6255097" y="4382175"/>
                </a:lnTo>
                <a:lnTo>
                  <a:pt x="6306103" y="4346637"/>
                </a:lnTo>
                <a:lnTo>
                  <a:pt x="6266333" y="4428729"/>
                </a:lnTo>
                <a:lnTo>
                  <a:pt x="6359296" y="4545045"/>
                </a:lnTo>
                <a:lnTo>
                  <a:pt x="6388385" y="4517783"/>
                </a:lnTo>
                <a:lnTo>
                  <a:pt x="6481469" y="4701206"/>
                </a:lnTo>
                <a:lnTo>
                  <a:pt x="6538205" y="4696665"/>
                </a:lnTo>
                <a:lnTo>
                  <a:pt x="6605560" y="4819552"/>
                </a:lnTo>
                <a:lnTo>
                  <a:pt x="6703034" y="4789223"/>
                </a:lnTo>
                <a:lnTo>
                  <a:pt x="6746268" y="4678654"/>
                </a:lnTo>
                <a:lnTo>
                  <a:pt x="6732557" y="4478880"/>
                </a:lnTo>
                <a:lnTo>
                  <a:pt x="6602426" y="4251686"/>
                </a:lnTo>
                <a:lnTo>
                  <a:pt x="6598425" y="4181859"/>
                </a:lnTo>
                <a:lnTo>
                  <a:pt x="6438143" y="3952614"/>
                </a:lnTo>
                <a:lnTo>
                  <a:pt x="6375680" y="3702620"/>
                </a:lnTo>
                <a:lnTo>
                  <a:pt x="6431003" y="3520344"/>
                </a:lnTo>
                <a:lnTo>
                  <a:pt x="6605139" y="3302243"/>
                </a:lnTo>
                <a:lnTo>
                  <a:pt x="6640173" y="3296088"/>
                </a:lnTo>
                <a:lnTo>
                  <a:pt x="6684404" y="3165708"/>
                </a:lnTo>
                <a:lnTo>
                  <a:pt x="6737880" y="3114305"/>
                </a:lnTo>
                <a:lnTo>
                  <a:pt x="6825787" y="3098768"/>
                </a:lnTo>
                <a:lnTo>
                  <a:pt x="6836139" y="3034811"/>
                </a:lnTo>
                <a:lnTo>
                  <a:pt x="6914219" y="2932801"/>
                </a:lnTo>
                <a:lnTo>
                  <a:pt x="7021168" y="2900245"/>
                </a:lnTo>
                <a:lnTo>
                  <a:pt x="7042560" y="2841065"/>
                </a:lnTo>
                <a:lnTo>
                  <a:pt x="6995728" y="2811166"/>
                </a:lnTo>
                <a:lnTo>
                  <a:pt x="6997352" y="2777575"/>
                </a:lnTo>
                <a:lnTo>
                  <a:pt x="7047188" y="2764956"/>
                </a:lnTo>
                <a:lnTo>
                  <a:pt x="7097100" y="2681207"/>
                </a:lnTo>
                <a:lnTo>
                  <a:pt x="7077513" y="2638148"/>
                </a:lnTo>
                <a:lnTo>
                  <a:pt x="6944307" y="2666266"/>
                </a:lnTo>
                <a:lnTo>
                  <a:pt x="7072931" y="2597212"/>
                </a:lnTo>
                <a:lnTo>
                  <a:pt x="7039705" y="2525895"/>
                </a:lnTo>
                <a:lnTo>
                  <a:pt x="7006140" y="2459990"/>
                </a:lnTo>
                <a:lnTo>
                  <a:pt x="6932477" y="2470158"/>
                </a:lnTo>
                <a:lnTo>
                  <a:pt x="6901391" y="2454056"/>
                </a:lnTo>
                <a:lnTo>
                  <a:pt x="6943340" y="2465743"/>
                </a:lnTo>
                <a:lnTo>
                  <a:pt x="6958733" y="2438883"/>
                </a:lnTo>
                <a:lnTo>
                  <a:pt x="6932462" y="2286485"/>
                </a:lnTo>
                <a:lnTo>
                  <a:pt x="6800747" y="2218169"/>
                </a:lnTo>
                <a:lnTo>
                  <a:pt x="6763153" y="2232160"/>
                </a:lnTo>
                <a:lnTo>
                  <a:pt x="6753857" y="2108277"/>
                </a:lnTo>
                <a:lnTo>
                  <a:pt x="6795872" y="2117253"/>
                </a:lnTo>
                <a:lnTo>
                  <a:pt x="6773634" y="2226847"/>
                </a:lnTo>
                <a:lnTo>
                  <a:pt x="6797244" y="2204934"/>
                </a:lnTo>
                <a:lnTo>
                  <a:pt x="6907462" y="2258439"/>
                </a:lnTo>
                <a:lnTo>
                  <a:pt x="6851092" y="2130586"/>
                </a:lnTo>
                <a:lnTo>
                  <a:pt x="6857293" y="2022993"/>
                </a:lnTo>
                <a:lnTo>
                  <a:pt x="6903605" y="1964846"/>
                </a:lnTo>
                <a:lnTo>
                  <a:pt x="6876283" y="2051225"/>
                </a:lnTo>
                <a:lnTo>
                  <a:pt x="6912149" y="2205887"/>
                </a:lnTo>
                <a:lnTo>
                  <a:pt x="6947142" y="2187716"/>
                </a:lnTo>
                <a:lnTo>
                  <a:pt x="6982511" y="2271529"/>
                </a:lnTo>
                <a:lnTo>
                  <a:pt x="7011510" y="2257391"/>
                </a:lnTo>
                <a:lnTo>
                  <a:pt x="7001449" y="2422295"/>
                </a:lnTo>
                <a:lnTo>
                  <a:pt x="7081310" y="2143288"/>
                </a:lnTo>
                <a:lnTo>
                  <a:pt x="6966242" y="1943974"/>
                </a:lnTo>
                <a:lnTo>
                  <a:pt x="7094515" y="2033626"/>
                </a:lnTo>
                <a:lnTo>
                  <a:pt x="7160085" y="1867494"/>
                </a:lnTo>
                <a:lnTo>
                  <a:pt x="7145300" y="1742544"/>
                </a:lnTo>
                <a:lnTo>
                  <a:pt x="7103716" y="1737180"/>
                </a:lnTo>
                <a:lnTo>
                  <a:pt x="7133177" y="1629960"/>
                </a:lnTo>
                <a:lnTo>
                  <a:pt x="7148677" y="1715848"/>
                </a:lnTo>
                <a:lnTo>
                  <a:pt x="7382343" y="1569544"/>
                </a:lnTo>
                <a:lnTo>
                  <a:pt x="7349651" y="1545404"/>
                </a:lnTo>
                <a:lnTo>
                  <a:pt x="7230603" y="1624882"/>
                </a:lnTo>
                <a:lnTo>
                  <a:pt x="7181019" y="1612079"/>
                </a:lnTo>
                <a:lnTo>
                  <a:pt x="7257881" y="1543583"/>
                </a:lnTo>
                <a:lnTo>
                  <a:pt x="7449090" y="1477331"/>
                </a:lnTo>
                <a:lnTo>
                  <a:pt x="7467394" y="1405707"/>
                </a:lnTo>
                <a:lnTo>
                  <a:pt x="7466450" y="1452111"/>
                </a:lnTo>
                <a:lnTo>
                  <a:pt x="7634701" y="1367015"/>
                </a:lnTo>
                <a:lnTo>
                  <a:pt x="7637260" y="1339059"/>
                </a:lnTo>
                <a:lnTo>
                  <a:pt x="7555342" y="1360735"/>
                </a:lnTo>
                <a:lnTo>
                  <a:pt x="7502403" y="1289331"/>
                </a:lnTo>
                <a:lnTo>
                  <a:pt x="7471757" y="1293282"/>
                </a:lnTo>
                <a:lnTo>
                  <a:pt x="7478394" y="1206819"/>
                </a:lnTo>
                <a:lnTo>
                  <a:pt x="7450481" y="1176406"/>
                </a:lnTo>
                <a:lnTo>
                  <a:pt x="7409356" y="1225380"/>
                </a:lnTo>
                <a:lnTo>
                  <a:pt x="7470490" y="1137345"/>
                </a:lnTo>
                <a:lnTo>
                  <a:pt x="7519251" y="966503"/>
                </a:lnTo>
                <a:lnTo>
                  <a:pt x="7551987" y="983355"/>
                </a:lnTo>
                <a:lnTo>
                  <a:pt x="7634858" y="895436"/>
                </a:lnTo>
                <a:lnTo>
                  <a:pt x="7625811" y="821923"/>
                </a:lnTo>
                <a:lnTo>
                  <a:pt x="7710752" y="831664"/>
                </a:lnTo>
                <a:lnTo>
                  <a:pt x="7736439" y="808692"/>
                </a:lnTo>
                <a:lnTo>
                  <a:pt x="7721317" y="781628"/>
                </a:lnTo>
                <a:lnTo>
                  <a:pt x="7752788" y="803752"/>
                </a:lnTo>
                <a:lnTo>
                  <a:pt x="7863840" y="674407"/>
                </a:lnTo>
                <a:lnTo>
                  <a:pt x="7820378" y="617032"/>
                </a:lnTo>
                <a:lnTo>
                  <a:pt x="7771586" y="608211"/>
                </a:lnTo>
                <a:lnTo>
                  <a:pt x="7757609" y="548227"/>
                </a:lnTo>
                <a:lnTo>
                  <a:pt x="7709783" y="548788"/>
                </a:lnTo>
                <a:lnTo>
                  <a:pt x="7634035" y="296142"/>
                </a:lnTo>
                <a:lnTo>
                  <a:pt x="7562993" y="260337"/>
                </a:lnTo>
                <a:lnTo>
                  <a:pt x="7489632" y="317759"/>
                </a:lnTo>
                <a:lnTo>
                  <a:pt x="7434370" y="277791"/>
                </a:lnTo>
                <a:lnTo>
                  <a:pt x="7377513" y="444811"/>
                </a:lnTo>
                <a:lnTo>
                  <a:pt x="7376901" y="633707"/>
                </a:lnTo>
                <a:lnTo>
                  <a:pt x="7274653" y="753062"/>
                </a:lnTo>
                <a:lnTo>
                  <a:pt x="7285176" y="885087"/>
                </a:lnTo>
                <a:lnTo>
                  <a:pt x="7268732" y="805290"/>
                </a:lnTo>
                <a:lnTo>
                  <a:pt x="6835160" y="910434"/>
                </a:lnTo>
                <a:lnTo>
                  <a:pt x="6672752" y="1106094"/>
                </a:lnTo>
                <a:lnTo>
                  <a:pt x="6705368" y="1145121"/>
                </a:lnTo>
                <a:lnTo>
                  <a:pt x="6709271" y="1228714"/>
                </a:lnTo>
                <a:lnTo>
                  <a:pt x="6654660" y="1276431"/>
                </a:lnTo>
                <a:lnTo>
                  <a:pt x="6336389" y="1353824"/>
                </a:lnTo>
                <a:lnTo>
                  <a:pt x="6382420" y="1438044"/>
                </a:lnTo>
                <a:lnTo>
                  <a:pt x="6275016" y="1557126"/>
                </a:lnTo>
                <a:lnTo>
                  <a:pt x="6283749" y="1607747"/>
                </a:lnTo>
                <a:lnTo>
                  <a:pt x="6275551" y="1560225"/>
                </a:lnTo>
                <a:lnTo>
                  <a:pt x="6024732" y="1749535"/>
                </a:lnTo>
                <a:lnTo>
                  <a:pt x="5924199" y="1784484"/>
                </a:lnTo>
                <a:lnTo>
                  <a:pt x="5778701" y="1736783"/>
                </a:lnTo>
                <a:lnTo>
                  <a:pt x="5846008" y="1549879"/>
                </a:lnTo>
                <a:lnTo>
                  <a:pt x="5885475" y="1551708"/>
                </a:lnTo>
                <a:lnTo>
                  <a:pt x="5835010" y="1320004"/>
                </a:lnTo>
                <a:lnTo>
                  <a:pt x="5792246" y="1283784"/>
                </a:lnTo>
                <a:lnTo>
                  <a:pt x="5702939" y="1388607"/>
                </a:lnTo>
                <a:lnTo>
                  <a:pt x="5668191" y="1377281"/>
                </a:lnTo>
                <a:lnTo>
                  <a:pt x="5671602" y="1315720"/>
                </a:lnTo>
                <a:lnTo>
                  <a:pt x="5729314" y="1240710"/>
                </a:lnTo>
                <a:lnTo>
                  <a:pt x="5711120" y="1088437"/>
                </a:lnTo>
                <a:lnTo>
                  <a:pt x="5580212" y="1010873"/>
                </a:lnTo>
                <a:lnTo>
                  <a:pt x="5482123" y="999661"/>
                </a:lnTo>
                <a:lnTo>
                  <a:pt x="5425929" y="1198978"/>
                </a:lnTo>
                <a:lnTo>
                  <a:pt x="5406346" y="1128759"/>
                </a:lnTo>
                <a:lnTo>
                  <a:pt x="5329513" y="1220814"/>
                </a:lnTo>
                <a:lnTo>
                  <a:pt x="5313560" y="1432418"/>
                </a:lnTo>
                <a:lnTo>
                  <a:pt x="5374094" y="1594584"/>
                </a:lnTo>
                <a:lnTo>
                  <a:pt x="5307049" y="1785641"/>
                </a:lnTo>
                <a:lnTo>
                  <a:pt x="5544600" y="1761034"/>
                </a:lnTo>
                <a:lnTo>
                  <a:pt x="5209645" y="1804195"/>
                </a:lnTo>
                <a:lnTo>
                  <a:pt x="5130061" y="1515604"/>
                </a:lnTo>
                <a:lnTo>
                  <a:pt x="5215610" y="1130443"/>
                </a:lnTo>
                <a:lnTo>
                  <a:pt x="5091047" y="1267190"/>
                </a:lnTo>
                <a:lnTo>
                  <a:pt x="5236643" y="1006072"/>
                </a:lnTo>
                <a:lnTo>
                  <a:pt x="5255492" y="1034538"/>
                </a:lnTo>
                <a:lnTo>
                  <a:pt x="5400628" y="944057"/>
                </a:lnTo>
                <a:lnTo>
                  <a:pt x="5511067" y="978434"/>
                </a:lnTo>
                <a:lnTo>
                  <a:pt x="5512253" y="939547"/>
                </a:lnTo>
                <a:lnTo>
                  <a:pt x="5552400" y="957712"/>
                </a:lnTo>
                <a:lnTo>
                  <a:pt x="5668971" y="932341"/>
                </a:lnTo>
                <a:lnTo>
                  <a:pt x="5600398" y="932854"/>
                </a:lnTo>
                <a:lnTo>
                  <a:pt x="5570667" y="841334"/>
                </a:lnTo>
                <a:lnTo>
                  <a:pt x="5454767" y="864741"/>
                </a:lnTo>
                <a:lnTo>
                  <a:pt x="5443693" y="812752"/>
                </a:lnTo>
                <a:lnTo>
                  <a:pt x="5303182" y="845910"/>
                </a:lnTo>
                <a:lnTo>
                  <a:pt x="5237537" y="896354"/>
                </a:lnTo>
                <a:lnTo>
                  <a:pt x="5144880" y="886343"/>
                </a:lnTo>
                <a:lnTo>
                  <a:pt x="5072325" y="821929"/>
                </a:lnTo>
                <a:lnTo>
                  <a:pt x="5004371" y="850428"/>
                </a:lnTo>
                <a:lnTo>
                  <a:pt x="5057590" y="732746"/>
                </a:lnTo>
                <a:lnTo>
                  <a:pt x="5027511" y="721763"/>
                </a:lnTo>
                <a:lnTo>
                  <a:pt x="4928690" y="816729"/>
                </a:lnTo>
                <a:lnTo>
                  <a:pt x="4749084" y="909705"/>
                </a:lnTo>
                <a:lnTo>
                  <a:pt x="4790483" y="950888"/>
                </a:lnTo>
                <a:lnTo>
                  <a:pt x="4685534" y="877956"/>
                </a:lnTo>
                <a:lnTo>
                  <a:pt x="4689886" y="839303"/>
                </a:lnTo>
                <a:lnTo>
                  <a:pt x="4502369" y="903075"/>
                </a:lnTo>
                <a:lnTo>
                  <a:pt x="4695727" y="712494"/>
                </a:lnTo>
                <a:lnTo>
                  <a:pt x="4835434" y="631464"/>
                </a:lnTo>
                <a:lnTo>
                  <a:pt x="4689468" y="624896"/>
                </a:lnTo>
                <a:lnTo>
                  <a:pt x="4676749" y="597693"/>
                </a:lnTo>
                <a:lnTo>
                  <a:pt x="4585521" y="639499"/>
                </a:lnTo>
                <a:lnTo>
                  <a:pt x="4520621" y="582467"/>
                </a:lnTo>
                <a:lnTo>
                  <a:pt x="4481122" y="609845"/>
                </a:lnTo>
                <a:lnTo>
                  <a:pt x="4400380" y="537380"/>
                </a:lnTo>
                <a:lnTo>
                  <a:pt x="4297912" y="559774"/>
                </a:lnTo>
                <a:lnTo>
                  <a:pt x="4182988" y="513491"/>
                </a:lnTo>
                <a:lnTo>
                  <a:pt x="4148447" y="401874"/>
                </a:lnTo>
                <a:lnTo>
                  <a:pt x="4123677" y="400068"/>
                </a:lnTo>
                <a:lnTo>
                  <a:pt x="4124318" y="471977"/>
                </a:lnTo>
                <a:lnTo>
                  <a:pt x="3862209" y="471450"/>
                </a:lnTo>
                <a:lnTo>
                  <a:pt x="3002381" y="429457"/>
                </a:lnTo>
                <a:lnTo>
                  <a:pt x="2324230" y="352422"/>
                </a:lnTo>
                <a:lnTo>
                  <a:pt x="1504611" y="206459"/>
                </a:lnTo>
                <a:lnTo>
                  <a:pt x="683129" y="0"/>
                </a:lnTo>
                <a:lnTo>
                  <a:pt x="697264" y="193734"/>
                </a:lnTo>
                <a:lnTo>
                  <a:pt x="636745" y="316245"/>
                </a:lnTo>
                <a:lnTo>
                  <a:pt x="654473" y="210537"/>
                </a:lnTo>
                <a:lnTo>
                  <a:pt x="629941" y="163712"/>
                </a:lnTo>
                <a:close/>
                <a:moveTo>
                  <a:pt x="951473" y="1439641"/>
                </a:moveTo>
                <a:lnTo>
                  <a:pt x="686245" y="1380000"/>
                </a:lnTo>
                <a:lnTo>
                  <a:pt x="117955" y="1218757"/>
                </a:lnTo>
                <a:close/>
                <a:moveTo>
                  <a:pt x="6174157" y="2677032"/>
                </a:moveTo>
                <a:lnTo>
                  <a:pt x="6033726" y="2691071"/>
                </a:lnTo>
                <a:lnTo>
                  <a:pt x="7039705" y="2525895"/>
                </a:lnTo>
                <a:close/>
                <a:moveTo>
                  <a:pt x="7141817" y="1283840"/>
                </a:moveTo>
                <a:lnTo>
                  <a:pt x="7251749" y="1259773"/>
                </a:lnTo>
                <a:lnTo>
                  <a:pt x="7409356" y="1225380"/>
                </a:lnTo>
                <a:close/>
                <a:moveTo>
                  <a:pt x="7143506" y="1420378"/>
                </a:moveTo>
                <a:lnTo>
                  <a:pt x="7181926" y="1576213"/>
                </a:lnTo>
                <a:lnTo>
                  <a:pt x="7138801" y="1413964"/>
                </a:lnTo>
                <a:lnTo>
                  <a:pt x="7141817" y="1283840"/>
                </a:lnTo>
                <a:close/>
                <a:moveTo>
                  <a:pt x="7430878" y="1354118"/>
                </a:moveTo>
                <a:lnTo>
                  <a:pt x="7466266" y="1404114"/>
                </a:lnTo>
                <a:lnTo>
                  <a:pt x="7410829" y="1359414"/>
                </a:lnTo>
                <a:lnTo>
                  <a:pt x="7143506" y="1420378"/>
                </a:lnTo>
                <a:close/>
                <a:moveTo>
                  <a:pt x="7222420" y="1100931"/>
                </a:moveTo>
                <a:lnTo>
                  <a:pt x="7232533" y="950573"/>
                </a:lnTo>
                <a:lnTo>
                  <a:pt x="7251749" y="1259773"/>
                </a:lnTo>
                <a:close/>
                <a:moveTo>
                  <a:pt x="5590572" y="1767800"/>
                </a:moveTo>
                <a:lnTo>
                  <a:pt x="5589223" y="1756411"/>
                </a:lnTo>
                <a:lnTo>
                  <a:pt x="5778701" y="1736783"/>
                </a:lnTo>
                <a:close/>
                <a:moveTo>
                  <a:pt x="3938566" y="975602"/>
                </a:moveTo>
                <a:lnTo>
                  <a:pt x="3939342" y="1024117"/>
                </a:lnTo>
                <a:lnTo>
                  <a:pt x="3862209" y="471450"/>
                </a:lnTo>
                <a:close/>
                <a:moveTo>
                  <a:pt x="4325492" y="3419375"/>
                </a:moveTo>
                <a:lnTo>
                  <a:pt x="4327588" y="3521016"/>
                </a:lnTo>
                <a:lnTo>
                  <a:pt x="4331622" y="3716750"/>
                </a:lnTo>
                <a:close/>
                <a:moveTo>
                  <a:pt x="4272101" y="3421429"/>
                </a:moveTo>
                <a:lnTo>
                  <a:pt x="4138766" y="3343403"/>
                </a:lnTo>
                <a:lnTo>
                  <a:pt x="4255447" y="3403877"/>
                </a:lnTo>
                <a:lnTo>
                  <a:pt x="4325492" y="3419375"/>
                </a:lnTo>
                <a:close/>
                <a:moveTo>
                  <a:pt x="4231253" y="2884877"/>
                </a:moveTo>
                <a:lnTo>
                  <a:pt x="4258488" y="3066890"/>
                </a:lnTo>
                <a:lnTo>
                  <a:pt x="4255447" y="3403877"/>
                </a:lnTo>
                <a:close/>
                <a:moveTo>
                  <a:pt x="4225408" y="2759474"/>
                </a:moveTo>
                <a:lnTo>
                  <a:pt x="4220177" y="2345307"/>
                </a:lnTo>
                <a:lnTo>
                  <a:pt x="4225616" y="2763936"/>
                </a:lnTo>
                <a:close/>
                <a:moveTo>
                  <a:pt x="4117452" y="2184589"/>
                </a:moveTo>
                <a:lnTo>
                  <a:pt x="4034302" y="2047348"/>
                </a:lnTo>
                <a:lnTo>
                  <a:pt x="3999420" y="1807044"/>
                </a:lnTo>
                <a:lnTo>
                  <a:pt x="4050793" y="2072519"/>
                </a:lnTo>
                <a:close/>
                <a:moveTo>
                  <a:pt x="3931509" y="1692983"/>
                </a:moveTo>
                <a:lnTo>
                  <a:pt x="3948230" y="1703802"/>
                </a:lnTo>
                <a:lnTo>
                  <a:pt x="3999420" y="1807044"/>
                </a:lnTo>
                <a:close/>
                <a:moveTo>
                  <a:pt x="4628015" y="2053590"/>
                </a:moveTo>
                <a:lnTo>
                  <a:pt x="4674802" y="2096619"/>
                </a:lnTo>
                <a:lnTo>
                  <a:pt x="4613189" y="2055300"/>
                </a:lnTo>
                <a:lnTo>
                  <a:pt x="4050793" y="2072519"/>
                </a:lnTo>
                <a:close/>
                <a:moveTo>
                  <a:pt x="4734458" y="1989504"/>
                </a:moveTo>
                <a:lnTo>
                  <a:pt x="4675368" y="2101969"/>
                </a:lnTo>
                <a:lnTo>
                  <a:pt x="4674802" y="2096619"/>
                </a:lnTo>
                <a:close/>
                <a:moveTo>
                  <a:pt x="4834581" y="1789939"/>
                </a:moveTo>
                <a:lnTo>
                  <a:pt x="4835429" y="1813462"/>
                </a:lnTo>
                <a:lnTo>
                  <a:pt x="4814857" y="1856739"/>
                </a:lnTo>
                <a:close/>
                <a:moveTo>
                  <a:pt x="4786614" y="1706440"/>
                </a:moveTo>
                <a:lnTo>
                  <a:pt x="4833238" y="1752664"/>
                </a:lnTo>
                <a:lnTo>
                  <a:pt x="4833869" y="1770183"/>
                </a:lnTo>
                <a:close/>
                <a:moveTo>
                  <a:pt x="1103906" y="3273750"/>
                </a:moveTo>
                <a:lnTo>
                  <a:pt x="1091860" y="3283660"/>
                </a:lnTo>
                <a:lnTo>
                  <a:pt x="1084954" y="3159965"/>
                </a:lnTo>
                <a:close/>
                <a:moveTo>
                  <a:pt x="2965628" y="2722233"/>
                </a:moveTo>
                <a:lnTo>
                  <a:pt x="2062533" y="2626650"/>
                </a:lnTo>
                <a:lnTo>
                  <a:pt x="3016762" y="2723744"/>
                </a:lnTo>
                <a:close/>
                <a:moveTo>
                  <a:pt x="2958595" y="2817533"/>
                </a:moveTo>
                <a:lnTo>
                  <a:pt x="2957545" y="2817472"/>
                </a:lnTo>
                <a:lnTo>
                  <a:pt x="2965628" y="2722233"/>
                </a:lnTo>
                <a:close/>
                <a:moveTo>
                  <a:pt x="3955465" y="1514702"/>
                </a:moveTo>
                <a:lnTo>
                  <a:pt x="4673778" y="1498322"/>
                </a:lnTo>
                <a:lnTo>
                  <a:pt x="4639230" y="1405818"/>
                </a:lnTo>
                <a:lnTo>
                  <a:pt x="4697996" y="1544222"/>
                </a:lnTo>
                <a:lnTo>
                  <a:pt x="4652758" y="1499364"/>
                </a:lnTo>
                <a:lnTo>
                  <a:pt x="3937399" y="1518788"/>
                </a:lnTo>
                <a:lnTo>
                  <a:pt x="3957090" y="1172297"/>
                </a:lnTo>
                <a:close/>
                <a:moveTo>
                  <a:pt x="3940129" y="1073315"/>
                </a:moveTo>
                <a:lnTo>
                  <a:pt x="3903453" y="1113617"/>
                </a:lnTo>
                <a:lnTo>
                  <a:pt x="3939863" y="1056656"/>
                </a:lnTo>
                <a:close/>
                <a:moveTo>
                  <a:pt x="1501616" y="1563349"/>
                </a:moveTo>
                <a:lnTo>
                  <a:pt x="1264036" y="1509926"/>
                </a:lnTo>
                <a:lnTo>
                  <a:pt x="1915471" y="1635065"/>
                </a:lnTo>
                <a:close/>
                <a:moveTo>
                  <a:pt x="2873638" y="1937107"/>
                </a:moveTo>
                <a:lnTo>
                  <a:pt x="2936870" y="1183921"/>
                </a:lnTo>
                <a:lnTo>
                  <a:pt x="2005280" y="1069046"/>
                </a:lnTo>
                <a:lnTo>
                  <a:pt x="2938096" y="1183988"/>
                </a:lnTo>
                <a:close/>
                <a:moveTo>
                  <a:pt x="489719" y="497195"/>
                </a:moveTo>
                <a:lnTo>
                  <a:pt x="491492" y="508345"/>
                </a:lnTo>
                <a:lnTo>
                  <a:pt x="449888" y="475257"/>
                </a:lnTo>
                <a:close/>
                <a:moveTo>
                  <a:pt x="1280272" y="701297"/>
                </a:moveTo>
                <a:lnTo>
                  <a:pt x="1305433" y="783653"/>
                </a:lnTo>
                <a:lnTo>
                  <a:pt x="1273225" y="737068"/>
                </a:lnTo>
                <a:close/>
                <a:moveTo>
                  <a:pt x="1742001" y="1141836"/>
                </a:moveTo>
                <a:lnTo>
                  <a:pt x="1738889" y="1129851"/>
                </a:lnTo>
                <a:lnTo>
                  <a:pt x="1860121" y="1142143"/>
                </a:lnTo>
                <a:close/>
                <a:moveTo>
                  <a:pt x="1916379" y="1142289"/>
                </a:moveTo>
                <a:lnTo>
                  <a:pt x="1893051" y="1142229"/>
                </a:lnTo>
                <a:lnTo>
                  <a:pt x="1953444" y="1108208"/>
                </a:lnTo>
                <a:close/>
                <a:moveTo>
                  <a:pt x="1309210" y="796018"/>
                </a:moveTo>
                <a:lnTo>
                  <a:pt x="1316589" y="820170"/>
                </a:lnTo>
                <a:lnTo>
                  <a:pt x="1164107" y="1024339"/>
                </a:lnTo>
                <a:close/>
                <a:moveTo>
                  <a:pt x="2534461" y="1903269"/>
                </a:moveTo>
                <a:lnTo>
                  <a:pt x="2166708" y="1866580"/>
                </a:lnTo>
                <a:lnTo>
                  <a:pt x="1885382" y="1824695"/>
                </a:lnTo>
                <a:close/>
                <a:moveTo>
                  <a:pt x="2321961" y="3642788"/>
                </a:moveTo>
                <a:lnTo>
                  <a:pt x="2317721" y="3623920"/>
                </a:lnTo>
                <a:lnTo>
                  <a:pt x="2884608" y="3676809"/>
                </a:lnTo>
                <a:close/>
                <a:moveTo>
                  <a:pt x="5987838" y="2348455"/>
                </a:moveTo>
                <a:lnTo>
                  <a:pt x="6014825" y="2440184"/>
                </a:lnTo>
                <a:lnTo>
                  <a:pt x="5935827" y="2291002"/>
                </a:lnTo>
                <a:close/>
                <a:moveTo>
                  <a:pt x="6221584" y="1883191"/>
                </a:moveTo>
                <a:lnTo>
                  <a:pt x="6221584" y="1883191"/>
                </a:lnTo>
                <a:lnTo>
                  <a:pt x="6205732" y="2065636"/>
                </a:lnTo>
                <a:close/>
                <a:moveTo>
                  <a:pt x="6046836" y="2989119"/>
                </a:moveTo>
                <a:lnTo>
                  <a:pt x="6001453" y="3009736"/>
                </a:lnTo>
                <a:lnTo>
                  <a:pt x="5842289" y="3030652"/>
                </a:lnTo>
                <a:close/>
                <a:moveTo>
                  <a:pt x="4782853" y="3507885"/>
                </a:moveTo>
                <a:lnTo>
                  <a:pt x="4795933" y="3425360"/>
                </a:lnTo>
                <a:lnTo>
                  <a:pt x="4790143" y="3537459"/>
                </a:lnTo>
                <a:close/>
                <a:moveTo>
                  <a:pt x="4767094" y="3401642"/>
                </a:moveTo>
                <a:lnTo>
                  <a:pt x="4805124" y="3289406"/>
                </a:lnTo>
                <a:lnTo>
                  <a:pt x="4829071" y="3264985"/>
                </a:lnTo>
                <a:close/>
                <a:moveTo>
                  <a:pt x="4895158" y="3119267"/>
                </a:moveTo>
                <a:lnTo>
                  <a:pt x="4890512" y="3129511"/>
                </a:lnTo>
                <a:lnTo>
                  <a:pt x="4930715" y="3013850"/>
                </a:lnTo>
                <a:close/>
                <a:moveTo>
                  <a:pt x="5771077" y="3040009"/>
                </a:moveTo>
                <a:lnTo>
                  <a:pt x="5220080" y="3114975"/>
                </a:lnTo>
                <a:lnTo>
                  <a:pt x="4895158" y="3119267"/>
                </a:lnTo>
                <a:close/>
                <a:moveTo>
                  <a:pt x="5799466" y="3805971"/>
                </a:moveTo>
                <a:lnTo>
                  <a:pt x="5797618" y="3798806"/>
                </a:lnTo>
                <a:lnTo>
                  <a:pt x="5828023" y="3858341"/>
                </a:lnTo>
                <a:close/>
                <a:moveTo>
                  <a:pt x="6260352" y="3828711"/>
                </a:moveTo>
                <a:lnTo>
                  <a:pt x="6278839" y="3848285"/>
                </a:lnTo>
                <a:lnTo>
                  <a:pt x="6274217" y="3867801"/>
                </a:lnTo>
                <a:close/>
                <a:moveTo>
                  <a:pt x="5042267" y="2805332"/>
                </a:moveTo>
                <a:lnTo>
                  <a:pt x="5013039" y="2823062"/>
                </a:lnTo>
                <a:lnTo>
                  <a:pt x="4994596" y="2824463"/>
                </a:lnTo>
                <a:close/>
                <a:moveTo>
                  <a:pt x="5049042" y="2726860"/>
                </a:moveTo>
                <a:lnTo>
                  <a:pt x="5061415" y="2681690"/>
                </a:lnTo>
                <a:lnTo>
                  <a:pt x="5042267" y="2805332"/>
                </a:lnTo>
                <a:close/>
                <a:moveTo>
                  <a:pt x="4987660" y="2674272"/>
                </a:moveTo>
                <a:lnTo>
                  <a:pt x="4982286" y="2595608"/>
                </a:lnTo>
                <a:lnTo>
                  <a:pt x="5015920" y="2698483"/>
                </a:lnTo>
                <a:close/>
                <a:moveTo>
                  <a:pt x="4798768" y="2368987"/>
                </a:moveTo>
                <a:lnTo>
                  <a:pt x="4785661" y="2306555"/>
                </a:lnTo>
                <a:lnTo>
                  <a:pt x="4807313" y="2370131"/>
                </a:lnTo>
                <a:close/>
                <a:moveTo>
                  <a:pt x="6250033" y="2056301"/>
                </a:moveTo>
                <a:lnTo>
                  <a:pt x="6923383" y="1928350"/>
                </a:lnTo>
                <a:lnTo>
                  <a:pt x="6398641" y="2031042"/>
                </a:lnTo>
                <a:close/>
                <a:moveTo>
                  <a:pt x="7022867" y="1839855"/>
                </a:moveTo>
                <a:lnTo>
                  <a:pt x="6969492" y="1922606"/>
                </a:lnTo>
                <a:lnTo>
                  <a:pt x="6972707" y="1901466"/>
                </a:lnTo>
                <a:lnTo>
                  <a:pt x="6923383" y="1928350"/>
                </a:lnTo>
                <a:close/>
                <a:moveTo>
                  <a:pt x="7045738" y="1804396"/>
                </a:moveTo>
                <a:lnTo>
                  <a:pt x="7037826" y="1816663"/>
                </a:lnTo>
                <a:lnTo>
                  <a:pt x="6999928" y="1770855"/>
                </a:lnTo>
                <a:close/>
                <a:moveTo>
                  <a:pt x="6968181" y="1718898"/>
                </a:moveTo>
                <a:lnTo>
                  <a:pt x="6969838" y="1734485"/>
                </a:lnTo>
                <a:lnTo>
                  <a:pt x="6965175" y="1728848"/>
                </a:lnTo>
                <a:close/>
                <a:moveTo>
                  <a:pt x="6655043" y="2099136"/>
                </a:moveTo>
                <a:lnTo>
                  <a:pt x="6663717" y="2059978"/>
                </a:lnTo>
                <a:lnTo>
                  <a:pt x="6637088" y="2010548"/>
                </a:lnTo>
                <a:lnTo>
                  <a:pt x="6681834" y="2064492"/>
                </a:lnTo>
                <a:close/>
                <a:moveTo>
                  <a:pt x="6565334" y="2025809"/>
                </a:moveTo>
                <a:lnTo>
                  <a:pt x="6549608" y="2044287"/>
                </a:lnTo>
                <a:lnTo>
                  <a:pt x="6479330" y="2064005"/>
                </a:lnTo>
                <a:lnTo>
                  <a:pt x="6504894" y="2038663"/>
                </a:lnTo>
                <a:close/>
                <a:moveTo>
                  <a:pt x="4969603" y="590635"/>
                </a:moveTo>
                <a:lnTo>
                  <a:pt x="4892452" y="660629"/>
                </a:lnTo>
                <a:lnTo>
                  <a:pt x="4909083" y="656316"/>
                </a:lnTo>
                <a:close/>
                <a:moveTo>
                  <a:pt x="5399064" y="1009093"/>
                </a:moveTo>
                <a:lnTo>
                  <a:pt x="5395354" y="1041954"/>
                </a:lnTo>
                <a:lnTo>
                  <a:pt x="5412279" y="1035898"/>
                </a:lnTo>
                <a:close/>
                <a:moveTo>
                  <a:pt x="6961666" y="2267391"/>
                </a:moveTo>
                <a:lnTo>
                  <a:pt x="6964846" y="2266712"/>
                </a:lnTo>
                <a:lnTo>
                  <a:pt x="6957691" y="226823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at_Alabama"/>
          <p:cNvSpPr/>
          <p:nvPr/>
        </p:nvSpPr>
        <p:spPr>
          <a:xfrm>
            <a:off x="7383829" y="4004843"/>
            <a:ext cx="579565" cy="933180"/>
          </a:xfrm>
          <a:custGeom>
            <a:avLst/>
            <a:gdLst/>
            <a:ahLst/>
            <a:cxnLst/>
            <a:rect l="l" t="t" r="r" b="b"/>
            <a:pathLst>
              <a:path w="579565" h="933180">
                <a:moveTo>
                  <a:pt x="0" y="36210"/>
                </a:moveTo>
                <a:lnTo>
                  <a:pt x="399214" y="0"/>
                </a:lnTo>
                <a:lnTo>
                  <a:pt x="510139" y="397066"/>
                </a:lnTo>
                <a:lnTo>
                  <a:pt x="570076" y="505010"/>
                </a:lnTo>
                <a:lnTo>
                  <a:pt x="539242" y="589688"/>
                </a:lnTo>
                <a:lnTo>
                  <a:pt x="579565" y="745992"/>
                </a:lnTo>
                <a:lnTo>
                  <a:pt x="160175" y="789983"/>
                </a:lnTo>
                <a:lnTo>
                  <a:pt x="207234" y="894740"/>
                </a:lnTo>
                <a:lnTo>
                  <a:pt x="163849" y="933180"/>
                </a:lnTo>
                <a:lnTo>
                  <a:pt x="98691" y="855026"/>
                </a:lnTo>
                <a:lnTo>
                  <a:pt x="83997" y="926398"/>
                </a:lnTo>
                <a:lnTo>
                  <a:pt x="41220" y="920469"/>
                </a:lnTo>
                <a:lnTo>
                  <a:pt x="5646" y="6309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at_Arizona"/>
          <p:cNvSpPr/>
          <p:nvPr/>
        </p:nvSpPr>
        <p:spPr>
          <a:xfrm>
            <a:off x="3200932" y="3448971"/>
            <a:ext cx="1025529" cy="1197726"/>
          </a:xfrm>
          <a:custGeom>
            <a:avLst/>
            <a:gdLst/>
            <a:ahLst/>
            <a:cxnLst/>
            <a:rect l="l" t="t" r="r" b="b"/>
            <a:pathLst>
              <a:path w="1025529" h="1197726">
                <a:moveTo>
                  <a:pt x="1025529" y="122543"/>
                </a:moveTo>
                <a:lnTo>
                  <a:pt x="876158" y="1197726"/>
                </a:lnTo>
                <a:lnTo>
                  <a:pt x="551915" y="1149403"/>
                </a:lnTo>
                <a:lnTo>
                  <a:pt x="0" y="824680"/>
                </a:lnTo>
                <a:lnTo>
                  <a:pt x="66902" y="769643"/>
                </a:lnTo>
                <a:lnTo>
                  <a:pt x="47950" y="655858"/>
                </a:lnTo>
                <a:lnTo>
                  <a:pt x="84555" y="635336"/>
                </a:lnTo>
                <a:lnTo>
                  <a:pt x="97090" y="562987"/>
                </a:lnTo>
                <a:lnTo>
                  <a:pt x="172047" y="504942"/>
                </a:lnTo>
                <a:lnTo>
                  <a:pt x="117114" y="382947"/>
                </a:lnTo>
                <a:lnTo>
                  <a:pt x="147420" y="149074"/>
                </a:lnTo>
                <a:lnTo>
                  <a:pt x="232128" y="180716"/>
                </a:lnTo>
                <a:lnTo>
                  <a:pt x="28300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at_Arkansas"/>
          <p:cNvSpPr/>
          <p:nvPr/>
        </p:nvSpPr>
        <p:spPr>
          <a:xfrm>
            <a:off x="6390728" y="3775335"/>
            <a:ext cx="745148" cy="690545"/>
          </a:xfrm>
          <a:custGeom>
            <a:avLst/>
            <a:gdLst/>
            <a:ahLst/>
            <a:cxnLst/>
            <a:rect l="l" t="t" r="r" b="b"/>
            <a:pathLst>
              <a:path w="745148" h="690545">
                <a:moveTo>
                  <a:pt x="0" y="24644"/>
                </a:moveTo>
                <a:lnTo>
                  <a:pt x="675137" y="0"/>
                </a:lnTo>
                <a:lnTo>
                  <a:pt x="690672" y="35890"/>
                </a:lnTo>
                <a:lnTo>
                  <a:pt x="646863" y="97513"/>
                </a:lnTo>
                <a:lnTo>
                  <a:pt x="745148" y="91356"/>
                </a:lnTo>
                <a:lnTo>
                  <a:pt x="742493" y="127332"/>
                </a:lnTo>
                <a:lnTo>
                  <a:pt x="690962" y="202197"/>
                </a:lnTo>
                <a:lnTo>
                  <a:pt x="634976" y="401162"/>
                </a:lnTo>
                <a:lnTo>
                  <a:pt x="578324" y="458935"/>
                </a:lnTo>
                <a:lnTo>
                  <a:pt x="540294" y="571171"/>
                </a:lnTo>
                <a:lnTo>
                  <a:pt x="569133" y="594889"/>
                </a:lnTo>
                <a:lnTo>
                  <a:pt x="556053" y="677414"/>
                </a:lnTo>
                <a:lnTo>
                  <a:pt x="100788" y="690545"/>
                </a:lnTo>
                <a:lnTo>
                  <a:pt x="98692" y="588904"/>
                </a:lnTo>
                <a:lnTo>
                  <a:pt x="28647" y="573406"/>
                </a:lnTo>
                <a:lnTo>
                  <a:pt x="31688" y="2364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at_California"/>
          <p:cNvSpPr/>
          <p:nvPr/>
        </p:nvSpPr>
        <p:spPr>
          <a:xfrm>
            <a:off x="2163928" y="2163621"/>
            <a:ext cx="1209051" cy="2069753"/>
          </a:xfrm>
          <a:custGeom>
            <a:avLst/>
            <a:gdLst/>
            <a:ahLst/>
            <a:cxnLst/>
            <a:rect l="l" t="t" r="r" b="b"/>
            <a:pathLst>
              <a:path w="1209051" h="2069753">
                <a:moveTo>
                  <a:pt x="117955" y="0"/>
                </a:moveTo>
                <a:lnTo>
                  <a:pt x="686245" y="161243"/>
                </a:lnTo>
                <a:lnTo>
                  <a:pt x="542723" y="717433"/>
                </a:lnTo>
                <a:lnTo>
                  <a:pt x="1158823" y="1644610"/>
                </a:lnTo>
                <a:lnTo>
                  <a:pt x="1209051" y="1790292"/>
                </a:lnTo>
                <a:lnTo>
                  <a:pt x="1134094" y="1848337"/>
                </a:lnTo>
                <a:lnTo>
                  <a:pt x="1121559" y="1920686"/>
                </a:lnTo>
                <a:lnTo>
                  <a:pt x="1084954" y="1941208"/>
                </a:lnTo>
                <a:lnTo>
                  <a:pt x="1092130" y="2069753"/>
                </a:lnTo>
                <a:lnTo>
                  <a:pt x="678453" y="2024998"/>
                </a:lnTo>
                <a:lnTo>
                  <a:pt x="657460" y="1870869"/>
                </a:lnTo>
                <a:lnTo>
                  <a:pt x="568653" y="1758591"/>
                </a:lnTo>
                <a:lnTo>
                  <a:pt x="532573" y="1754281"/>
                </a:lnTo>
                <a:lnTo>
                  <a:pt x="522747" y="1692571"/>
                </a:lnTo>
                <a:lnTo>
                  <a:pt x="428627" y="1648926"/>
                </a:lnTo>
                <a:lnTo>
                  <a:pt x="389827" y="1586169"/>
                </a:lnTo>
                <a:lnTo>
                  <a:pt x="253658" y="1544507"/>
                </a:lnTo>
                <a:lnTo>
                  <a:pt x="233769" y="1513195"/>
                </a:lnTo>
                <a:lnTo>
                  <a:pt x="261794" y="1417443"/>
                </a:lnTo>
                <a:lnTo>
                  <a:pt x="136334" y="1141580"/>
                </a:lnTo>
                <a:lnTo>
                  <a:pt x="177414" y="1055924"/>
                </a:lnTo>
                <a:lnTo>
                  <a:pt x="109096" y="949306"/>
                </a:lnTo>
                <a:lnTo>
                  <a:pt x="158540" y="781930"/>
                </a:lnTo>
                <a:lnTo>
                  <a:pt x="132933" y="818349"/>
                </a:lnTo>
                <a:lnTo>
                  <a:pt x="76506" y="782356"/>
                </a:lnTo>
                <a:lnTo>
                  <a:pt x="72019" y="696704"/>
                </a:lnTo>
                <a:lnTo>
                  <a:pt x="13929" y="578569"/>
                </a:lnTo>
                <a:lnTo>
                  <a:pt x="46380" y="412728"/>
                </a:lnTo>
                <a:lnTo>
                  <a:pt x="0" y="312933"/>
                </a:lnTo>
                <a:lnTo>
                  <a:pt x="106658" y="1084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at_Colorado"/>
          <p:cNvSpPr/>
          <p:nvPr/>
        </p:nvSpPr>
        <p:spPr>
          <a:xfrm>
            <a:off x="4226461" y="2811444"/>
            <a:ext cx="1094120" cy="866583"/>
          </a:xfrm>
          <a:custGeom>
            <a:avLst/>
            <a:gdLst/>
            <a:ahLst/>
            <a:cxnLst/>
            <a:rect l="l" t="t" r="r" b="b"/>
            <a:pathLst>
              <a:path w="1094120" h="866583">
                <a:moveTo>
                  <a:pt x="104175" y="0"/>
                </a:moveTo>
                <a:lnTo>
                  <a:pt x="1094120" y="98762"/>
                </a:lnTo>
                <a:lnTo>
                  <a:pt x="1046796" y="866583"/>
                </a:lnTo>
                <a:lnTo>
                  <a:pt x="0" y="7600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at_Connecticut"/>
          <p:cNvSpPr/>
          <p:nvPr/>
        </p:nvSpPr>
        <p:spPr>
          <a:xfrm>
            <a:off x="9307434" y="2312794"/>
            <a:ext cx="259979" cy="255948"/>
          </a:xfrm>
          <a:custGeom>
            <a:avLst/>
            <a:gdLst/>
            <a:ahLst/>
            <a:cxnLst/>
            <a:rect l="l" t="t" r="r" b="b"/>
            <a:pathLst>
              <a:path w="259979" h="255948">
                <a:moveTo>
                  <a:pt x="0" y="52448"/>
                </a:moveTo>
                <a:lnTo>
                  <a:pt x="230652" y="0"/>
                </a:lnTo>
                <a:lnTo>
                  <a:pt x="259979" y="112674"/>
                </a:lnTo>
                <a:lnTo>
                  <a:pt x="114375" y="175653"/>
                </a:lnTo>
                <a:lnTo>
                  <a:pt x="24273" y="255948"/>
                </a:lnTo>
                <a:lnTo>
                  <a:pt x="9300" y="236863"/>
                </a:lnTo>
                <a:lnTo>
                  <a:pt x="38420" y="2082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at_Delaware"/>
          <p:cNvSpPr/>
          <p:nvPr/>
        </p:nvSpPr>
        <p:spPr>
          <a:xfrm>
            <a:off x="9087311" y="2846330"/>
            <a:ext cx="157927" cy="260285"/>
          </a:xfrm>
          <a:custGeom>
            <a:avLst/>
            <a:gdLst/>
            <a:ahLst/>
            <a:cxnLst/>
            <a:rect l="l" t="t" r="r" b="b"/>
            <a:pathLst>
              <a:path w="157927" h="260285">
                <a:moveTo>
                  <a:pt x="49324" y="0"/>
                </a:moveTo>
                <a:lnTo>
                  <a:pt x="38661" y="70110"/>
                </a:lnTo>
                <a:lnTo>
                  <a:pt x="157927" y="241822"/>
                </a:lnTo>
                <a:lnTo>
                  <a:pt x="64442" y="260285"/>
                </a:lnTo>
                <a:lnTo>
                  <a:pt x="0" y="268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at_Florida"/>
          <p:cNvSpPr/>
          <p:nvPr/>
        </p:nvSpPr>
        <p:spPr>
          <a:xfrm>
            <a:off x="7544004" y="4718662"/>
            <a:ext cx="1366192" cy="1045754"/>
          </a:xfrm>
          <a:custGeom>
            <a:avLst/>
            <a:gdLst/>
            <a:ahLst/>
            <a:cxnLst/>
            <a:rect l="l" t="t" r="r" b="b"/>
            <a:pathLst>
              <a:path w="1366192" h="1045754">
                <a:moveTo>
                  <a:pt x="0" y="76164"/>
                </a:moveTo>
                <a:lnTo>
                  <a:pt x="419390" y="32173"/>
                </a:lnTo>
                <a:lnTo>
                  <a:pt x="447947" y="84543"/>
                </a:lnTo>
                <a:lnTo>
                  <a:pt x="880276" y="54913"/>
                </a:lnTo>
                <a:lnTo>
                  <a:pt x="894141" y="94003"/>
                </a:lnTo>
                <a:lnTo>
                  <a:pt x="916406" y="0"/>
                </a:lnTo>
                <a:lnTo>
                  <a:pt x="1001006" y="10397"/>
                </a:lnTo>
                <a:lnTo>
                  <a:pt x="1058067" y="178816"/>
                </a:lnTo>
                <a:lnTo>
                  <a:pt x="1218349" y="408061"/>
                </a:lnTo>
                <a:lnTo>
                  <a:pt x="1222350" y="477888"/>
                </a:lnTo>
                <a:lnTo>
                  <a:pt x="1352481" y="705082"/>
                </a:lnTo>
                <a:lnTo>
                  <a:pt x="1366192" y="904856"/>
                </a:lnTo>
                <a:lnTo>
                  <a:pt x="1322958" y="1015425"/>
                </a:lnTo>
                <a:lnTo>
                  <a:pt x="1225484" y="1045754"/>
                </a:lnTo>
                <a:lnTo>
                  <a:pt x="1158129" y="922867"/>
                </a:lnTo>
                <a:lnTo>
                  <a:pt x="1101393" y="927408"/>
                </a:lnTo>
                <a:lnTo>
                  <a:pt x="1008309" y="743985"/>
                </a:lnTo>
                <a:lnTo>
                  <a:pt x="979220" y="771247"/>
                </a:lnTo>
                <a:lnTo>
                  <a:pt x="886257" y="654931"/>
                </a:lnTo>
                <a:lnTo>
                  <a:pt x="926027" y="572839"/>
                </a:lnTo>
                <a:lnTo>
                  <a:pt x="875021" y="608377"/>
                </a:lnTo>
                <a:lnTo>
                  <a:pt x="847866" y="574488"/>
                </a:lnTo>
                <a:lnTo>
                  <a:pt x="856012" y="381458"/>
                </a:lnTo>
                <a:lnTo>
                  <a:pt x="666834" y="216032"/>
                </a:lnTo>
                <a:lnTo>
                  <a:pt x="598978" y="182735"/>
                </a:lnTo>
                <a:lnTo>
                  <a:pt x="397752" y="284501"/>
                </a:lnTo>
                <a:lnTo>
                  <a:pt x="377381" y="240662"/>
                </a:lnTo>
                <a:lnTo>
                  <a:pt x="223125" y="176462"/>
                </a:lnTo>
                <a:lnTo>
                  <a:pt x="25476" y="211144"/>
                </a:lnTo>
                <a:lnTo>
                  <a:pt x="47059" y="1809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at_Georgia"/>
          <p:cNvSpPr/>
          <p:nvPr/>
        </p:nvSpPr>
        <p:spPr>
          <a:xfrm>
            <a:off x="7783043" y="3954600"/>
            <a:ext cx="811888" cy="854159"/>
          </a:xfrm>
          <a:custGeom>
            <a:avLst/>
            <a:gdLst/>
            <a:ahLst/>
            <a:cxnLst/>
            <a:rect l="l" t="t" r="r" b="b"/>
            <a:pathLst>
              <a:path w="811888" h="854159">
                <a:moveTo>
                  <a:pt x="382338" y="0"/>
                </a:moveTo>
                <a:lnTo>
                  <a:pt x="355232" y="65112"/>
                </a:lnTo>
                <a:lnTo>
                  <a:pt x="427727" y="93363"/>
                </a:lnTo>
                <a:lnTo>
                  <a:pt x="495478" y="188735"/>
                </a:lnTo>
                <a:lnTo>
                  <a:pt x="687243" y="341548"/>
                </a:lnTo>
                <a:lnTo>
                  <a:pt x="772846" y="499871"/>
                </a:lnTo>
                <a:lnTo>
                  <a:pt x="811888" y="510608"/>
                </a:lnTo>
                <a:lnTo>
                  <a:pt x="756565" y="692884"/>
                </a:lnTo>
                <a:lnTo>
                  <a:pt x="761967" y="774459"/>
                </a:lnTo>
                <a:lnTo>
                  <a:pt x="677367" y="764062"/>
                </a:lnTo>
                <a:lnTo>
                  <a:pt x="674467" y="854159"/>
                </a:lnTo>
                <a:lnTo>
                  <a:pt x="641237" y="818975"/>
                </a:lnTo>
                <a:lnTo>
                  <a:pt x="208908" y="848605"/>
                </a:lnTo>
                <a:lnTo>
                  <a:pt x="156707" y="746393"/>
                </a:lnTo>
                <a:lnTo>
                  <a:pt x="140028" y="639931"/>
                </a:lnTo>
                <a:lnTo>
                  <a:pt x="170862" y="555253"/>
                </a:lnTo>
                <a:lnTo>
                  <a:pt x="110925" y="447309"/>
                </a:lnTo>
                <a:lnTo>
                  <a:pt x="0" y="502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at_Idaho"/>
          <p:cNvSpPr/>
          <p:nvPr/>
        </p:nvSpPr>
        <p:spPr>
          <a:xfrm>
            <a:off x="3255902" y="1124629"/>
            <a:ext cx="898244" cy="1455331"/>
          </a:xfrm>
          <a:custGeom>
            <a:avLst/>
            <a:gdLst/>
            <a:ahLst/>
            <a:cxnLst/>
            <a:rect l="l" t="t" r="r" b="b"/>
            <a:pathLst>
              <a:path w="898244" h="1455331">
                <a:moveTo>
                  <a:pt x="412637" y="26694"/>
                </a:moveTo>
                <a:lnTo>
                  <a:pt x="372293" y="215115"/>
                </a:lnTo>
                <a:lnTo>
                  <a:pt x="392030" y="326035"/>
                </a:lnTo>
                <a:lnTo>
                  <a:pt x="503458" y="500048"/>
                </a:lnTo>
                <a:lnTo>
                  <a:pt x="540955" y="506370"/>
                </a:lnTo>
                <a:lnTo>
                  <a:pt x="472201" y="702572"/>
                </a:lnTo>
                <a:lnTo>
                  <a:pt x="496309" y="727468"/>
                </a:lnTo>
                <a:lnTo>
                  <a:pt x="550286" y="690202"/>
                </a:lnTo>
                <a:lnTo>
                  <a:pt x="570380" y="713100"/>
                </a:lnTo>
                <a:lnTo>
                  <a:pt x="590520" y="859983"/>
                </a:lnTo>
                <a:lnTo>
                  <a:pt x="630087" y="885291"/>
                </a:lnTo>
                <a:lnTo>
                  <a:pt x="650027" y="962071"/>
                </a:lnTo>
                <a:lnTo>
                  <a:pt x="824405" y="962524"/>
                </a:lnTo>
                <a:lnTo>
                  <a:pt x="861470" y="928443"/>
                </a:lnTo>
                <a:lnTo>
                  <a:pt x="898244" y="988287"/>
                </a:lnTo>
                <a:lnTo>
                  <a:pt x="823678" y="1455331"/>
                </a:lnTo>
                <a:lnTo>
                  <a:pt x="0" y="1297109"/>
                </a:lnTo>
                <a:lnTo>
                  <a:pt x="107932" y="898672"/>
                </a:lnTo>
                <a:lnTo>
                  <a:pt x="72133" y="844574"/>
                </a:lnTo>
                <a:lnTo>
                  <a:pt x="224615" y="640405"/>
                </a:lnTo>
                <a:lnTo>
                  <a:pt x="178194" y="488461"/>
                </a:lnTo>
                <a:lnTo>
                  <a:pt x="29104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at_Illinois"/>
          <p:cNvSpPr/>
          <p:nvPr/>
        </p:nvSpPr>
        <p:spPr>
          <a:xfrm>
            <a:off x="6827458" y="2603145"/>
            <a:ext cx="600167" cy="1068186"/>
          </a:xfrm>
          <a:custGeom>
            <a:avLst/>
            <a:gdLst/>
            <a:ahLst/>
            <a:cxnLst/>
            <a:rect l="l" t="t" r="r" b="b"/>
            <a:pathLst>
              <a:path w="600167" h="1068186">
                <a:moveTo>
                  <a:pt x="99741" y="25016"/>
                </a:moveTo>
                <a:lnTo>
                  <a:pt x="494011" y="0"/>
                </a:lnTo>
                <a:lnTo>
                  <a:pt x="546115" y="145914"/>
                </a:lnTo>
                <a:lnTo>
                  <a:pt x="572793" y="632753"/>
                </a:lnTo>
                <a:lnTo>
                  <a:pt x="600167" y="705245"/>
                </a:lnTo>
                <a:lnTo>
                  <a:pt x="541886" y="807417"/>
                </a:lnTo>
                <a:lnTo>
                  <a:pt x="537661" y="960756"/>
                </a:lnTo>
                <a:lnTo>
                  <a:pt x="477916" y="983556"/>
                </a:lnTo>
                <a:lnTo>
                  <a:pt x="472076" y="1045180"/>
                </a:lnTo>
                <a:lnTo>
                  <a:pt x="397885" y="1023409"/>
                </a:lnTo>
                <a:lnTo>
                  <a:pt x="361539" y="1068186"/>
                </a:lnTo>
                <a:lnTo>
                  <a:pt x="318756" y="937327"/>
                </a:lnTo>
                <a:lnTo>
                  <a:pt x="188196" y="844535"/>
                </a:lnTo>
                <a:lnTo>
                  <a:pt x="217091" y="721660"/>
                </a:lnTo>
                <a:lnTo>
                  <a:pt x="147109" y="721616"/>
                </a:lnTo>
                <a:lnTo>
                  <a:pt x="122131" y="648274"/>
                </a:lnTo>
                <a:lnTo>
                  <a:pt x="24429" y="562866"/>
                </a:lnTo>
                <a:lnTo>
                  <a:pt x="0" y="466218"/>
                </a:lnTo>
                <a:lnTo>
                  <a:pt x="70928" y="331223"/>
                </a:lnTo>
                <a:lnTo>
                  <a:pt x="54321" y="237505"/>
                </a:lnTo>
                <a:lnTo>
                  <a:pt x="151327" y="198458"/>
                </a:lnTo>
                <a:lnTo>
                  <a:pt x="171899" y="155181"/>
                </a:lnTo>
                <a:lnTo>
                  <a:pt x="169708" y="943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at_Indiana"/>
          <p:cNvSpPr/>
          <p:nvPr/>
        </p:nvSpPr>
        <p:spPr>
          <a:xfrm>
            <a:off x="7365717" y="2700164"/>
            <a:ext cx="453515" cy="802496"/>
          </a:xfrm>
          <a:custGeom>
            <a:avLst/>
            <a:gdLst/>
            <a:ahLst/>
            <a:cxnLst/>
            <a:rect l="l" t="t" r="r" b="b"/>
            <a:pathLst>
              <a:path w="453515" h="802496">
                <a:moveTo>
                  <a:pt x="7856" y="48895"/>
                </a:moveTo>
                <a:lnTo>
                  <a:pt x="387304" y="0"/>
                </a:lnTo>
                <a:lnTo>
                  <a:pt x="453515" y="566456"/>
                </a:lnTo>
                <a:lnTo>
                  <a:pt x="364455" y="587276"/>
                </a:lnTo>
                <a:lnTo>
                  <a:pt x="370257" y="624708"/>
                </a:lnTo>
                <a:lnTo>
                  <a:pt x="291201" y="744319"/>
                </a:lnTo>
                <a:lnTo>
                  <a:pt x="248322" y="708604"/>
                </a:lnTo>
                <a:lnTo>
                  <a:pt x="222993" y="756609"/>
                </a:lnTo>
                <a:lnTo>
                  <a:pt x="178984" y="749331"/>
                </a:lnTo>
                <a:lnTo>
                  <a:pt x="133271" y="792767"/>
                </a:lnTo>
                <a:lnTo>
                  <a:pt x="60336" y="763519"/>
                </a:lnTo>
                <a:lnTo>
                  <a:pt x="0" y="802496"/>
                </a:lnTo>
                <a:lnTo>
                  <a:pt x="3627" y="710398"/>
                </a:lnTo>
                <a:lnTo>
                  <a:pt x="61908" y="608226"/>
                </a:lnTo>
                <a:lnTo>
                  <a:pt x="34534" y="5357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at_Iowa"/>
          <p:cNvSpPr/>
          <p:nvPr/>
        </p:nvSpPr>
        <p:spPr>
          <a:xfrm>
            <a:off x="6093579" y="2444228"/>
            <a:ext cx="908899" cy="597255"/>
          </a:xfrm>
          <a:custGeom>
            <a:avLst/>
            <a:gdLst/>
            <a:ahLst/>
            <a:cxnLst/>
            <a:rect l="l" t="t" r="r" b="b"/>
            <a:pathLst>
              <a:path w="908899" h="597255">
                <a:moveTo>
                  <a:pt x="723107" y="0"/>
                </a:moveTo>
                <a:lnTo>
                  <a:pt x="768345" y="44858"/>
                </a:lnTo>
                <a:lnTo>
                  <a:pt x="771835" y="141122"/>
                </a:lnTo>
                <a:lnTo>
                  <a:pt x="822382" y="160430"/>
                </a:lnTo>
                <a:lnTo>
                  <a:pt x="908899" y="277133"/>
                </a:lnTo>
                <a:lnTo>
                  <a:pt x="885206" y="357375"/>
                </a:lnTo>
                <a:lnTo>
                  <a:pt x="788200" y="396422"/>
                </a:lnTo>
                <a:lnTo>
                  <a:pt x="804807" y="490140"/>
                </a:lnTo>
                <a:lnTo>
                  <a:pt x="745151" y="597255"/>
                </a:lnTo>
                <a:lnTo>
                  <a:pt x="698364" y="554226"/>
                </a:lnTo>
                <a:lnTo>
                  <a:pt x="121142" y="573155"/>
                </a:lnTo>
                <a:lnTo>
                  <a:pt x="69769" y="307680"/>
                </a:lnTo>
                <a:lnTo>
                  <a:pt x="0" y="166967"/>
                </a:lnTo>
                <a:lnTo>
                  <a:pt x="27738" y="87544"/>
                </a:lnTo>
                <a:lnTo>
                  <a:pt x="7748" y="194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at_Kansas"/>
          <p:cNvSpPr/>
          <p:nvPr/>
        </p:nvSpPr>
        <p:spPr>
          <a:xfrm>
            <a:off x="5273257" y="3102007"/>
            <a:ext cx="1116079" cy="602331"/>
          </a:xfrm>
          <a:custGeom>
            <a:avLst/>
            <a:gdLst/>
            <a:ahLst/>
            <a:cxnLst/>
            <a:rect l="l" t="t" r="r" b="b"/>
            <a:pathLst>
              <a:path w="1116079" h="602331">
                <a:moveTo>
                  <a:pt x="35090" y="0"/>
                </a:moveTo>
                <a:lnTo>
                  <a:pt x="1008123" y="27446"/>
                </a:lnTo>
                <a:lnTo>
                  <a:pt x="1069354" y="59436"/>
                </a:lnTo>
                <a:lnTo>
                  <a:pt x="1037399" y="115470"/>
                </a:lnTo>
                <a:lnTo>
                  <a:pt x="1110848" y="188164"/>
                </a:lnTo>
                <a:lnTo>
                  <a:pt x="1116079" y="602331"/>
                </a:lnTo>
                <a:lnTo>
                  <a:pt x="0" y="5760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at_Kentucky"/>
          <p:cNvSpPr/>
          <p:nvPr/>
        </p:nvSpPr>
        <p:spPr>
          <a:xfrm>
            <a:off x="7176720" y="3199481"/>
            <a:ext cx="1091219" cy="568595"/>
          </a:xfrm>
          <a:custGeom>
            <a:avLst/>
            <a:gdLst/>
            <a:ahLst/>
            <a:cxnLst/>
            <a:rect l="l" t="t" r="r" b="b"/>
            <a:pathLst>
              <a:path w="1091219" h="568595">
                <a:moveTo>
                  <a:pt x="728958" y="52405"/>
                </a:moveTo>
                <a:lnTo>
                  <a:pt x="811416" y="75804"/>
                </a:lnTo>
                <a:lnTo>
                  <a:pt x="923035" y="36385"/>
                </a:lnTo>
                <a:lnTo>
                  <a:pt x="1002033" y="185567"/>
                </a:lnTo>
                <a:lnTo>
                  <a:pt x="1091219" y="249056"/>
                </a:lnTo>
                <a:lnTo>
                  <a:pt x="939391" y="424644"/>
                </a:lnTo>
                <a:lnTo>
                  <a:pt x="860601" y="465890"/>
                </a:lnTo>
                <a:lnTo>
                  <a:pt x="200460" y="518479"/>
                </a:lnTo>
                <a:lnTo>
                  <a:pt x="205828" y="552835"/>
                </a:lnTo>
                <a:lnTo>
                  <a:pt x="0" y="568595"/>
                </a:lnTo>
                <a:lnTo>
                  <a:pt x="29475" y="550715"/>
                </a:lnTo>
                <a:lnTo>
                  <a:pt x="48623" y="427073"/>
                </a:lnTo>
                <a:lnTo>
                  <a:pt x="122814" y="448844"/>
                </a:lnTo>
                <a:lnTo>
                  <a:pt x="128654" y="387220"/>
                </a:lnTo>
                <a:lnTo>
                  <a:pt x="188399" y="364420"/>
                </a:lnTo>
                <a:lnTo>
                  <a:pt x="171766" y="332045"/>
                </a:lnTo>
                <a:lnTo>
                  <a:pt x="201282" y="284204"/>
                </a:lnTo>
                <a:lnTo>
                  <a:pt x="249333" y="264202"/>
                </a:lnTo>
                <a:lnTo>
                  <a:pt x="322268" y="293450"/>
                </a:lnTo>
                <a:lnTo>
                  <a:pt x="367981" y="250014"/>
                </a:lnTo>
                <a:lnTo>
                  <a:pt x="411990" y="257292"/>
                </a:lnTo>
                <a:lnTo>
                  <a:pt x="437319" y="209287"/>
                </a:lnTo>
                <a:lnTo>
                  <a:pt x="480198" y="245002"/>
                </a:lnTo>
                <a:lnTo>
                  <a:pt x="559254" y="125391"/>
                </a:lnTo>
                <a:lnTo>
                  <a:pt x="553452" y="87959"/>
                </a:lnTo>
                <a:lnTo>
                  <a:pt x="642512" y="67139"/>
                </a:lnTo>
                <a:lnTo>
                  <a:pt x="634557" y="6687"/>
                </a:lnTo>
                <a:lnTo>
                  <a:pt x="6901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at_Louisiana"/>
          <p:cNvSpPr/>
          <p:nvPr/>
        </p:nvSpPr>
        <p:spPr>
          <a:xfrm>
            <a:off x="6491516" y="4452749"/>
            <a:ext cx="850930" cy="742432"/>
          </a:xfrm>
          <a:custGeom>
            <a:avLst/>
            <a:gdLst/>
            <a:ahLst/>
            <a:cxnLst/>
            <a:rect l="l" t="t" r="r" b="b"/>
            <a:pathLst>
              <a:path w="850930" h="742432">
                <a:moveTo>
                  <a:pt x="0" y="13131"/>
                </a:moveTo>
                <a:lnTo>
                  <a:pt x="455265" y="0"/>
                </a:lnTo>
                <a:lnTo>
                  <a:pt x="491756" y="148043"/>
                </a:lnTo>
                <a:lnTo>
                  <a:pt x="414689" y="261870"/>
                </a:lnTo>
                <a:lnTo>
                  <a:pt x="398306" y="386067"/>
                </a:lnTo>
                <a:lnTo>
                  <a:pt x="704769" y="368934"/>
                </a:lnTo>
                <a:lnTo>
                  <a:pt x="692841" y="432485"/>
                </a:lnTo>
                <a:lnTo>
                  <a:pt x="751752" y="521608"/>
                </a:lnTo>
                <a:lnTo>
                  <a:pt x="702648" y="569798"/>
                </a:lnTo>
                <a:lnTo>
                  <a:pt x="743058" y="579656"/>
                </a:lnTo>
                <a:lnTo>
                  <a:pt x="758089" y="548342"/>
                </a:lnTo>
                <a:lnTo>
                  <a:pt x="794347" y="576112"/>
                </a:lnTo>
                <a:lnTo>
                  <a:pt x="774230" y="611983"/>
                </a:lnTo>
                <a:lnTo>
                  <a:pt x="736628" y="605148"/>
                </a:lnTo>
                <a:lnTo>
                  <a:pt x="731482" y="650371"/>
                </a:lnTo>
                <a:lnTo>
                  <a:pt x="850930" y="705640"/>
                </a:lnTo>
                <a:lnTo>
                  <a:pt x="826939" y="739720"/>
                </a:lnTo>
                <a:lnTo>
                  <a:pt x="708659" y="690464"/>
                </a:lnTo>
                <a:lnTo>
                  <a:pt x="706573" y="658264"/>
                </a:lnTo>
                <a:lnTo>
                  <a:pt x="668836" y="723225"/>
                </a:lnTo>
                <a:lnTo>
                  <a:pt x="591109" y="702850"/>
                </a:lnTo>
                <a:lnTo>
                  <a:pt x="554154" y="742432"/>
                </a:lnTo>
                <a:lnTo>
                  <a:pt x="366983" y="608822"/>
                </a:lnTo>
                <a:lnTo>
                  <a:pt x="299777" y="668913"/>
                </a:lnTo>
                <a:lnTo>
                  <a:pt x="147268" y="628252"/>
                </a:lnTo>
                <a:lnTo>
                  <a:pt x="46534" y="647540"/>
                </a:lnTo>
                <a:lnTo>
                  <a:pt x="91862" y="408587"/>
                </a:lnTo>
                <a:lnTo>
                  <a:pt x="4034" y="20886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at_Maine"/>
          <p:cNvSpPr/>
          <p:nvPr/>
        </p:nvSpPr>
        <p:spPr>
          <a:xfrm>
            <a:off x="9473043" y="1205201"/>
            <a:ext cx="554725" cy="877008"/>
          </a:xfrm>
          <a:custGeom>
            <a:avLst/>
            <a:gdLst/>
            <a:ahLst/>
            <a:cxnLst/>
            <a:rect l="l" t="t" r="r" b="b"/>
            <a:pathLst>
              <a:path w="554725" h="877008">
                <a:moveTo>
                  <a:pt x="161375" y="877008"/>
                </a:moveTo>
                <a:lnTo>
                  <a:pt x="112158" y="833968"/>
                </a:lnTo>
                <a:lnTo>
                  <a:pt x="0" y="477063"/>
                </a:lnTo>
                <a:lnTo>
                  <a:pt x="67786" y="373370"/>
                </a:lnTo>
                <a:lnTo>
                  <a:pt x="68398" y="184474"/>
                </a:lnTo>
                <a:lnTo>
                  <a:pt x="125255" y="17454"/>
                </a:lnTo>
                <a:lnTo>
                  <a:pt x="180517" y="57422"/>
                </a:lnTo>
                <a:lnTo>
                  <a:pt x="253878" y="0"/>
                </a:lnTo>
                <a:lnTo>
                  <a:pt x="324920" y="35805"/>
                </a:lnTo>
                <a:lnTo>
                  <a:pt x="400668" y="288451"/>
                </a:lnTo>
                <a:lnTo>
                  <a:pt x="448494" y="287890"/>
                </a:lnTo>
                <a:lnTo>
                  <a:pt x="462471" y="347874"/>
                </a:lnTo>
                <a:lnTo>
                  <a:pt x="511263" y="356695"/>
                </a:lnTo>
                <a:lnTo>
                  <a:pt x="554725" y="414070"/>
                </a:lnTo>
                <a:lnTo>
                  <a:pt x="443673" y="543415"/>
                </a:lnTo>
                <a:lnTo>
                  <a:pt x="412202" y="521291"/>
                </a:lnTo>
                <a:lnTo>
                  <a:pt x="427324" y="548355"/>
                </a:lnTo>
                <a:lnTo>
                  <a:pt x="401637" y="571327"/>
                </a:lnTo>
                <a:lnTo>
                  <a:pt x="316696" y="561586"/>
                </a:lnTo>
                <a:lnTo>
                  <a:pt x="325743" y="635099"/>
                </a:lnTo>
                <a:lnTo>
                  <a:pt x="242872" y="723018"/>
                </a:lnTo>
                <a:lnTo>
                  <a:pt x="210136" y="7061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at_Maryland"/>
          <p:cNvSpPr/>
          <p:nvPr/>
        </p:nvSpPr>
        <p:spPr>
          <a:xfrm>
            <a:off x="8562569" y="2873214"/>
            <a:ext cx="682669" cy="343179"/>
          </a:xfrm>
          <a:custGeom>
            <a:avLst/>
            <a:gdLst/>
            <a:ahLst/>
            <a:cxnLst/>
            <a:rect l="l" t="t" r="r" b="b"/>
            <a:pathLst>
              <a:path w="682669" h="343179">
                <a:moveTo>
                  <a:pt x="566205" y="338362"/>
                </a:moveTo>
                <a:lnTo>
                  <a:pt x="563025" y="339041"/>
                </a:lnTo>
                <a:lnTo>
                  <a:pt x="559050" y="339889"/>
                </a:lnTo>
                <a:close/>
                <a:moveTo>
                  <a:pt x="0" y="102692"/>
                </a:moveTo>
                <a:lnTo>
                  <a:pt x="524742" y="0"/>
                </a:lnTo>
                <a:lnTo>
                  <a:pt x="589184" y="233401"/>
                </a:lnTo>
                <a:lnTo>
                  <a:pt x="682669" y="214938"/>
                </a:lnTo>
                <a:lnTo>
                  <a:pt x="671837" y="300294"/>
                </a:lnTo>
                <a:lnTo>
                  <a:pt x="583870" y="343179"/>
                </a:lnTo>
                <a:lnTo>
                  <a:pt x="577267" y="285453"/>
                </a:lnTo>
                <a:lnTo>
                  <a:pt x="548501" y="259366"/>
                </a:lnTo>
                <a:lnTo>
                  <a:pt x="513508" y="277537"/>
                </a:lnTo>
                <a:lnTo>
                  <a:pt x="477642" y="122875"/>
                </a:lnTo>
                <a:lnTo>
                  <a:pt x="504964" y="36496"/>
                </a:lnTo>
                <a:lnTo>
                  <a:pt x="458652" y="94643"/>
                </a:lnTo>
                <a:lnTo>
                  <a:pt x="452451" y="202236"/>
                </a:lnTo>
                <a:lnTo>
                  <a:pt x="508821" y="330089"/>
                </a:lnTo>
                <a:lnTo>
                  <a:pt x="398603" y="276584"/>
                </a:lnTo>
                <a:lnTo>
                  <a:pt x="374993" y="298497"/>
                </a:lnTo>
                <a:lnTo>
                  <a:pt x="397231" y="188903"/>
                </a:lnTo>
                <a:lnTo>
                  <a:pt x="311823" y="170657"/>
                </a:lnTo>
                <a:lnTo>
                  <a:pt x="238447" y="82198"/>
                </a:lnTo>
                <a:lnTo>
                  <a:pt x="106253" y="110313"/>
                </a:lnTo>
                <a:lnTo>
                  <a:pt x="15513" y="20026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at_Massachusetts"/>
          <p:cNvSpPr/>
          <p:nvPr/>
        </p:nvSpPr>
        <p:spPr>
          <a:xfrm>
            <a:off x="9305745" y="2121270"/>
            <a:ext cx="495443" cy="264468"/>
          </a:xfrm>
          <a:custGeom>
            <a:avLst/>
            <a:gdLst/>
            <a:ahLst/>
            <a:cxnLst/>
            <a:rect l="l" t="t" r="r" b="b"/>
            <a:pathLst>
              <a:path w="495443" h="264468">
                <a:moveTo>
                  <a:pt x="308664" y="0"/>
                </a:moveTo>
                <a:lnTo>
                  <a:pt x="336577" y="30413"/>
                </a:lnTo>
                <a:lnTo>
                  <a:pt x="329940" y="116876"/>
                </a:lnTo>
                <a:lnTo>
                  <a:pt x="360586" y="112925"/>
                </a:lnTo>
                <a:lnTo>
                  <a:pt x="413525" y="184329"/>
                </a:lnTo>
                <a:lnTo>
                  <a:pt x="495443" y="162653"/>
                </a:lnTo>
                <a:lnTo>
                  <a:pt x="492884" y="190609"/>
                </a:lnTo>
                <a:lnTo>
                  <a:pt x="350469" y="264468"/>
                </a:lnTo>
                <a:lnTo>
                  <a:pt x="289061" y="177712"/>
                </a:lnTo>
                <a:lnTo>
                  <a:pt x="1689" y="243972"/>
                </a:lnTo>
                <a:lnTo>
                  <a:pt x="0" y="107434"/>
                </a:lnTo>
                <a:lnTo>
                  <a:pt x="267539" y="489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at_Michigan"/>
          <p:cNvSpPr/>
          <p:nvPr/>
        </p:nvSpPr>
        <p:spPr>
          <a:xfrm>
            <a:off x="6913012" y="1535499"/>
            <a:ext cx="1136391" cy="1195006"/>
          </a:xfrm>
          <a:custGeom>
            <a:avLst/>
            <a:gdLst/>
            <a:ahLst/>
            <a:cxnLst/>
            <a:rect l="l" t="t" r="r" b="b"/>
            <a:pathLst>
              <a:path w="1136391" h="1195006">
                <a:moveTo>
                  <a:pt x="1029617" y="1146148"/>
                </a:moveTo>
                <a:lnTo>
                  <a:pt x="557965" y="1195006"/>
                </a:lnTo>
                <a:lnTo>
                  <a:pt x="625010" y="1003949"/>
                </a:lnTo>
                <a:lnTo>
                  <a:pt x="564476" y="841783"/>
                </a:lnTo>
                <a:lnTo>
                  <a:pt x="580429" y="630179"/>
                </a:lnTo>
                <a:lnTo>
                  <a:pt x="657262" y="538124"/>
                </a:lnTo>
                <a:lnTo>
                  <a:pt x="676845" y="608343"/>
                </a:lnTo>
                <a:lnTo>
                  <a:pt x="733039" y="409026"/>
                </a:lnTo>
                <a:lnTo>
                  <a:pt x="831128" y="420238"/>
                </a:lnTo>
                <a:lnTo>
                  <a:pt x="962036" y="497802"/>
                </a:lnTo>
                <a:lnTo>
                  <a:pt x="980230" y="650075"/>
                </a:lnTo>
                <a:lnTo>
                  <a:pt x="922518" y="725085"/>
                </a:lnTo>
                <a:lnTo>
                  <a:pt x="919107" y="786646"/>
                </a:lnTo>
                <a:lnTo>
                  <a:pt x="953855" y="797972"/>
                </a:lnTo>
                <a:lnTo>
                  <a:pt x="1043162" y="693149"/>
                </a:lnTo>
                <a:lnTo>
                  <a:pt x="1085926" y="729369"/>
                </a:lnTo>
                <a:lnTo>
                  <a:pt x="1136391" y="961073"/>
                </a:lnTo>
                <a:lnTo>
                  <a:pt x="1096924" y="959244"/>
                </a:lnTo>
                <a:close/>
                <a:moveTo>
                  <a:pt x="649980" y="418458"/>
                </a:moveTo>
                <a:lnTo>
                  <a:pt x="663195" y="445263"/>
                </a:lnTo>
                <a:lnTo>
                  <a:pt x="646270" y="451319"/>
                </a:lnTo>
                <a:close/>
                <a:moveTo>
                  <a:pt x="394214" y="570506"/>
                </a:moveTo>
                <a:lnTo>
                  <a:pt x="372018" y="552581"/>
                </a:lnTo>
                <a:lnTo>
                  <a:pt x="382055" y="524513"/>
                </a:lnTo>
                <a:lnTo>
                  <a:pt x="350365" y="523083"/>
                </a:lnTo>
                <a:lnTo>
                  <a:pt x="359082" y="462773"/>
                </a:lnTo>
                <a:lnTo>
                  <a:pt x="312412" y="419760"/>
                </a:lnTo>
                <a:lnTo>
                  <a:pt x="41399" y="360253"/>
                </a:lnTo>
                <a:lnTo>
                  <a:pt x="0" y="319070"/>
                </a:lnTo>
                <a:lnTo>
                  <a:pt x="179606" y="226094"/>
                </a:lnTo>
                <a:lnTo>
                  <a:pt x="278427" y="131128"/>
                </a:lnTo>
                <a:lnTo>
                  <a:pt x="308506" y="142111"/>
                </a:lnTo>
                <a:lnTo>
                  <a:pt x="255287" y="259793"/>
                </a:lnTo>
                <a:lnTo>
                  <a:pt x="323241" y="231294"/>
                </a:lnTo>
                <a:lnTo>
                  <a:pt x="395796" y="295708"/>
                </a:lnTo>
                <a:lnTo>
                  <a:pt x="488453" y="305719"/>
                </a:lnTo>
                <a:lnTo>
                  <a:pt x="554098" y="255275"/>
                </a:lnTo>
                <a:lnTo>
                  <a:pt x="694609" y="222117"/>
                </a:lnTo>
                <a:lnTo>
                  <a:pt x="705683" y="274106"/>
                </a:lnTo>
                <a:lnTo>
                  <a:pt x="821583" y="250699"/>
                </a:lnTo>
                <a:lnTo>
                  <a:pt x="851314" y="342219"/>
                </a:lnTo>
                <a:lnTo>
                  <a:pt x="919887" y="341706"/>
                </a:lnTo>
                <a:lnTo>
                  <a:pt x="803316" y="367077"/>
                </a:lnTo>
                <a:lnTo>
                  <a:pt x="763169" y="348912"/>
                </a:lnTo>
                <a:lnTo>
                  <a:pt x="761983" y="387799"/>
                </a:lnTo>
                <a:lnTo>
                  <a:pt x="651544" y="353422"/>
                </a:lnTo>
                <a:lnTo>
                  <a:pt x="506408" y="443903"/>
                </a:lnTo>
                <a:lnTo>
                  <a:pt x="487559" y="415437"/>
                </a:lnTo>
                <a:close/>
                <a:moveTo>
                  <a:pt x="220519" y="0"/>
                </a:moveTo>
                <a:lnTo>
                  <a:pt x="159999" y="65681"/>
                </a:lnTo>
                <a:lnTo>
                  <a:pt x="143368" y="699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at_Minnesota"/>
          <p:cNvSpPr/>
          <p:nvPr/>
        </p:nvSpPr>
        <p:spPr>
          <a:xfrm>
            <a:off x="6026137" y="1344932"/>
            <a:ext cx="973225" cy="1114634"/>
          </a:xfrm>
          <a:custGeom>
            <a:avLst/>
            <a:gdLst/>
            <a:ahLst/>
            <a:cxnLst/>
            <a:rect l="l" t="t" r="r" b="b"/>
            <a:pathLst>
              <a:path w="973225" h="1114634">
                <a:moveTo>
                  <a:pt x="833518" y="312426"/>
                </a:moveTo>
                <a:lnTo>
                  <a:pt x="640160" y="503007"/>
                </a:lnTo>
                <a:lnTo>
                  <a:pt x="644532" y="615072"/>
                </a:lnTo>
                <a:lnTo>
                  <a:pt x="570849" y="685362"/>
                </a:lnTo>
                <a:lnTo>
                  <a:pt x="602525" y="737396"/>
                </a:lnTo>
                <a:lnTo>
                  <a:pt x="585035" y="869396"/>
                </a:lnTo>
                <a:lnTo>
                  <a:pt x="777021" y="1005750"/>
                </a:lnTo>
                <a:lnTo>
                  <a:pt x="811569" y="1098254"/>
                </a:lnTo>
                <a:lnTo>
                  <a:pt x="93256" y="1114634"/>
                </a:lnTo>
                <a:lnTo>
                  <a:pt x="94881" y="772229"/>
                </a:lnTo>
                <a:lnTo>
                  <a:pt x="41244" y="713549"/>
                </a:lnTo>
                <a:lnTo>
                  <a:pt x="77920" y="673247"/>
                </a:lnTo>
                <a:lnTo>
                  <a:pt x="76357" y="575534"/>
                </a:lnTo>
                <a:lnTo>
                  <a:pt x="0" y="71382"/>
                </a:lnTo>
                <a:lnTo>
                  <a:pt x="262109" y="71909"/>
                </a:lnTo>
                <a:lnTo>
                  <a:pt x="261468" y="0"/>
                </a:lnTo>
                <a:lnTo>
                  <a:pt x="286238" y="1806"/>
                </a:lnTo>
                <a:lnTo>
                  <a:pt x="320779" y="113423"/>
                </a:lnTo>
                <a:lnTo>
                  <a:pt x="435703" y="159706"/>
                </a:lnTo>
                <a:lnTo>
                  <a:pt x="538171" y="137312"/>
                </a:lnTo>
                <a:lnTo>
                  <a:pt x="618913" y="209777"/>
                </a:lnTo>
                <a:lnTo>
                  <a:pt x="658412" y="182399"/>
                </a:lnTo>
                <a:lnTo>
                  <a:pt x="723312" y="239431"/>
                </a:lnTo>
                <a:lnTo>
                  <a:pt x="814540" y="197625"/>
                </a:lnTo>
                <a:lnTo>
                  <a:pt x="827259" y="224828"/>
                </a:lnTo>
                <a:lnTo>
                  <a:pt x="973225" y="23139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at_Mississippi"/>
          <p:cNvSpPr/>
          <p:nvPr/>
        </p:nvSpPr>
        <p:spPr>
          <a:xfrm>
            <a:off x="6889822" y="4059608"/>
            <a:ext cx="535227" cy="914749"/>
          </a:xfrm>
          <a:custGeom>
            <a:avLst/>
            <a:gdLst/>
            <a:ahLst/>
            <a:cxnLst/>
            <a:rect l="l" t="t" r="r" b="b"/>
            <a:pathLst>
              <a:path w="535227" h="914749">
                <a:moveTo>
                  <a:pt x="169264" y="4523"/>
                </a:moveTo>
                <a:lnTo>
                  <a:pt x="511676" y="0"/>
                </a:lnTo>
                <a:lnTo>
                  <a:pt x="499653" y="576195"/>
                </a:lnTo>
                <a:lnTo>
                  <a:pt x="535227" y="865704"/>
                </a:lnTo>
                <a:lnTo>
                  <a:pt x="461298" y="863087"/>
                </a:lnTo>
                <a:lnTo>
                  <a:pt x="353446" y="914749"/>
                </a:lnTo>
                <a:lnTo>
                  <a:pt x="294535" y="825626"/>
                </a:lnTo>
                <a:lnTo>
                  <a:pt x="306463" y="762075"/>
                </a:lnTo>
                <a:lnTo>
                  <a:pt x="0" y="779208"/>
                </a:lnTo>
                <a:lnTo>
                  <a:pt x="16383" y="655011"/>
                </a:lnTo>
                <a:lnTo>
                  <a:pt x="93450" y="541184"/>
                </a:lnTo>
                <a:lnTo>
                  <a:pt x="62215" y="462092"/>
                </a:lnTo>
                <a:lnTo>
                  <a:pt x="70039" y="310616"/>
                </a:lnTo>
                <a:lnTo>
                  <a:pt x="41200" y="28689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at_Missouri"/>
          <p:cNvSpPr/>
          <p:nvPr/>
        </p:nvSpPr>
        <p:spPr>
          <a:xfrm>
            <a:off x="6214721" y="3000164"/>
            <a:ext cx="998249" cy="872684"/>
          </a:xfrm>
          <a:custGeom>
            <a:avLst/>
            <a:gdLst/>
            <a:ahLst/>
            <a:cxnLst/>
            <a:rect l="l" t="t" r="r" b="b"/>
            <a:pathLst>
              <a:path w="998249" h="872684">
                <a:moveTo>
                  <a:pt x="562396" y="0"/>
                </a:moveTo>
                <a:lnTo>
                  <a:pt x="624009" y="41319"/>
                </a:lnTo>
                <a:lnTo>
                  <a:pt x="637166" y="165847"/>
                </a:lnTo>
                <a:lnTo>
                  <a:pt x="734868" y="251255"/>
                </a:lnTo>
                <a:lnTo>
                  <a:pt x="747975" y="313687"/>
                </a:lnTo>
                <a:lnTo>
                  <a:pt x="829828" y="324641"/>
                </a:lnTo>
                <a:lnTo>
                  <a:pt x="800933" y="447516"/>
                </a:lnTo>
                <a:lnTo>
                  <a:pt x="931493" y="540308"/>
                </a:lnTo>
                <a:lnTo>
                  <a:pt x="936867" y="618972"/>
                </a:lnTo>
                <a:lnTo>
                  <a:pt x="998249" y="671560"/>
                </a:lnTo>
                <a:lnTo>
                  <a:pt x="991474" y="750032"/>
                </a:lnTo>
                <a:lnTo>
                  <a:pt x="943803" y="769163"/>
                </a:lnTo>
                <a:lnTo>
                  <a:pt x="921155" y="866527"/>
                </a:lnTo>
                <a:lnTo>
                  <a:pt x="822870" y="872684"/>
                </a:lnTo>
                <a:lnTo>
                  <a:pt x="866679" y="811061"/>
                </a:lnTo>
                <a:lnTo>
                  <a:pt x="851144" y="775171"/>
                </a:lnTo>
                <a:lnTo>
                  <a:pt x="176007" y="799815"/>
                </a:lnTo>
                <a:lnTo>
                  <a:pt x="169384" y="290007"/>
                </a:lnTo>
                <a:lnTo>
                  <a:pt x="95935" y="217313"/>
                </a:lnTo>
                <a:lnTo>
                  <a:pt x="127890" y="161279"/>
                </a:lnTo>
                <a:lnTo>
                  <a:pt x="81033" y="147038"/>
                </a:lnTo>
                <a:lnTo>
                  <a:pt x="0" y="1721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at_Montana"/>
          <p:cNvSpPr/>
          <p:nvPr/>
        </p:nvSpPr>
        <p:spPr>
          <a:xfrm>
            <a:off x="3628195" y="1151323"/>
            <a:ext cx="1538114" cy="977649"/>
          </a:xfrm>
          <a:custGeom>
            <a:avLst/>
            <a:gdLst/>
            <a:ahLst/>
            <a:cxnLst/>
            <a:rect l="l" t="t" r="r" b="b"/>
            <a:pathLst>
              <a:path w="1538114" h="977649">
                <a:moveTo>
                  <a:pt x="1538114" y="222998"/>
                </a:moveTo>
                <a:lnTo>
                  <a:pt x="1474801" y="977649"/>
                </a:lnTo>
                <a:lnTo>
                  <a:pt x="541013" y="862587"/>
                </a:lnTo>
                <a:lnTo>
                  <a:pt x="525951" y="961593"/>
                </a:lnTo>
                <a:lnTo>
                  <a:pt x="489177" y="901749"/>
                </a:lnTo>
                <a:lnTo>
                  <a:pt x="423889" y="938527"/>
                </a:lnTo>
                <a:lnTo>
                  <a:pt x="264260" y="922342"/>
                </a:lnTo>
                <a:lnTo>
                  <a:pt x="257794" y="858597"/>
                </a:lnTo>
                <a:lnTo>
                  <a:pt x="218227" y="833289"/>
                </a:lnTo>
                <a:lnTo>
                  <a:pt x="198087" y="686406"/>
                </a:lnTo>
                <a:lnTo>
                  <a:pt x="177993" y="663508"/>
                </a:lnTo>
                <a:lnTo>
                  <a:pt x="124016" y="700774"/>
                </a:lnTo>
                <a:lnTo>
                  <a:pt x="99908" y="675878"/>
                </a:lnTo>
                <a:lnTo>
                  <a:pt x="168662" y="479676"/>
                </a:lnTo>
                <a:lnTo>
                  <a:pt x="131165" y="473354"/>
                </a:lnTo>
                <a:lnTo>
                  <a:pt x="19737" y="299341"/>
                </a:lnTo>
                <a:lnTo>
                  <a:pt x="0" y="188421"/>
                </a:lnTo>
                <a:lnTo>
                  <a:pt x="40344" y="0"/>
                </a:lnTo>
                <a:lnTo>
                  <a:pt x="859963" y="1459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at_Nebraska"/>
          <p:cNvSpPr/>
          <p:nvPr/>
        </p:nvSpPr>
        <p:spPr>
          <a:xfrm>
            <a:off x="5036959" y="2507803"/>
            <a:ext cx="1244421" cy="621650"/>
          </a:xfrm>
          <a:custGeom>
            <a:avLst/>
            <a:gdLst/>
            <a:ahLst/>
            <a:cxnLst/>
            <a:rect l="l" t="t" r="r" b="b"/>
            <a:pathLst>
              <a:path w="1244421" h="621650">
                <a:moveTo>
                  <a:pt x="32386" y="0"/>
                </a:moveTo>
                <a:lnTo>
                  <a:pt x="798819" y="43640"/>
                </a:lnTo>
                <a:lnTo>
                  <a:pt x="873616" y="89383"/>
                </a:lnTo>
                <a:lnTo>
                  <a:pt x="975596" y="76420"/>
                </a:lnTo>
                <a:lnTo>
                  <a:pt x="1048187" y="112761"/>
                </a:lnTo>
                <a:lnTo>
                  <a:pt x="1126389" y="244105"/>
                </a:lnTo>
                <a:lnTo>
                  <a:pt x="1161271" y="484409"/>
                </a:lnTo>
                <a:lnTo>
                  <a:pt x="1244421" y="621650"/>
                </a:lnTo>
                <a:lnTo>
                  <a:pt x="271388" y="594204"/>
                </a:lnTo>
                <a:lnTo>
                  <a:pt x="283622" y="402403"/>
                </a:lnTo>
                <a:lnTo>
                  <a:pt x="0" y="3813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at_Nevada"/>
          <p:cNvSpPr/>
          <p:nvPr/>
        </p:nvSpPr>
        <p:spPr>
          <a:xfrm>
            <a:off x="2706651" y="2324864"/>
            <a:ext cx="958893" cy="1483367"/>
          </a:xfrm>
          <a:custGeom>
            <a:avLst/>
            <a:gdLst/>
            <a:ahLst/>
            <a:cxnLst/>
            <a:rect l="l" t="t" r="r" b="b"/>
            <a:pathLst>
              <a:path w="958893" h="1483367">
                <a:moveTo>
                  <a:pt x="143522" y="0"/>
                </a:moveTo>
                <a:lnTo>
                  <a:pt x="958893" y="183349"/>
                </a:lnTo>
                <a:lnTo>
                  <a:pt x="748122" y="1275833"/>
                </a:lnTo>
                <a:lnTo>
                  <a:pt x="726409" y="1304823"/>
                </a:lnTo>
                <a:lnTo>
                  <a:pt x="641701" y="1273181"/>
                </a:lnTo>
                <a:lnTo>
                  <a:pt x="616100" y="1483367"/>
                </a:lnTo>
                <a:lnTo>
                  <a:pt x="0" y="5561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at_New Hampshire"/>
          <p:cNvSpPr/>
          <p:nvPr/>
        </p:nvSpPr>
        <p:spPr>
          <a:xfrm>
            <a:off x="9396461" y="1682264"/>
            <a:ext cx="237957" cy="522373"/>
          </a:xfrm>
          <a:custGeom>
            <a:avLst/>
            <a:gdLst/>
            <a:ahLst/>
            <a:cxnLst/>
            <a:rect l="l" t="t" r="r" b="b"/>
            <a:pathLst>
              <a:path w="237957" h="522373">
                <a:moveTo>
                  <a:pt x="76582" y="0"/>
                </a:moveTo>
                <a:lnTo>
                  <a:pt x="188740" y="356905"/>
                </a:lnTo>
                <a:lnTo>
                  <a:pt x="237957" y="399945"/>
                </a:lnTo>
                <a:lnTo>
                  <a:pt x="176823" y="487980"/>
                </a:lnTo>
                <a:lnTo>
                  <a:pt x="19216" y="522373"/>
                </a:lnTo>
                <a:lnTo>
                  <a:pt x="0" y="213173"/>
                </a:lnTo>
                <a:lnTo>
                  <a:pt x="52643" y="147687"/>
                </a:lnTo>
                <a:lnTo>
                  <a:pt x="42120" y="156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at_New Jersey"/>
          <p:cNvSpPr/>
          <p:nvPr/>
        </p:nvSpPr>
        <p:spPr>
          <a:xfrm>
            <a:off x="9122910" y="2532861"/>
            <a:ext cx="201103" cy="445629"/>
          </a:xfrm>
          <a:custGeom>
            <a:avLst/>
            <a:gdLst/>
            <a:ahLst/>
            <a:cxnLst/>
            <a:rect l="l" t="t" r="r" b="b"/>
            <a:pathLst>
              <a:path w="201103" h="445629">
                <a:moveTo>
                  <a:pt x="48737" y="0"/>
                </a:moveTo>
                <a:lnTo>
                  <a:pt x="174195" y="41963"/>
                </a:lnTo>
                <a:lnTo>
                  <a:pt x="144734" y="149183"/>
                </a:lnTo>
                <a:lnTo>
                  <a:pt x="186318" y="154547"/>
                </a:lnTo>
                <a:lnTo>
                  <a:pt x="201103" y="279497"/>
                </a:lnTo>
                <a:lnTo>
                  <a:pt x="135533" y="445629"/>
                </a:lnTo>
                <a:lnTo>
                  <a:pt x="0" y="350903"/>
                </a:lnTo>
                <a:lnTo>
                  <a:pt x="86756" y="216399"/>
                </a:lnTo>
                <a:lnTo>
                  <a:pt x="12510" y="162038"/>
                </a:lnTo>
                <a:lnTo>
                  <a:pt x="4464" y="863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at_New Mexico"/>
          <p:cNvSpPr/>
          <p:nvPr/>
        </p:nvSpPr>
        <p:spPr>
          <a:xfrm>
            <a:off x="4077090" y="3571514"/>
            <a:ext cx="1052466" cy="1093143"/>
          </a:xfrm>
          <a:custGeom>
            <a:avLst/>
            <a:gdLst/>
            <a:ahLst/>
            <a:cxnLst/>
            <a:rect l="l" t="t" r="r" b="b"/>
            <a:pathLst>
              <a:path w="1052466" h="1093143">
                <a:moveTo>
                  <a:pt x="149371" y="0"/>
                </a:moveTo>
                <a:lnTo>
                  <a:pt x="1052466" y="95583"/>
                </a:lnTo>
                <a:lnTo>
                  <a:pt x="971446" y="1050159"/>
                </a:lnTo>
                <a:lnTo>
                  <a:pt x="404559" y="997270"/>
                </a:lnTo>
                <a:lnTo>
                  <a:pt x="414021" y="1039372"/>
                </a:lnTo>
                <a:lnTo>
                  <a:pt x="145482" y="1007095"/>
                </a:lnTo>
                <a:lnTo>
                  <a:pt x="134367" y="1093143"/>
                </a:lnTo>
                <a:lnTo>
                  <a:pt x="0" y="1075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at_New York"/>
          <p:cNvSpPr/>
          <p:nvPr/>
        </p:nvSpPr>
        <p:spPr>
          <a:xfrm>
            <a:off x="8438944" y="1810791"/>
            <a:ext cx="1107327" cy="849921"/>
          </a:xfrm>
          <a:custGeom>
            <a:avLst/>
            <a:gdLst/>
            <a:ahLst/>
            <a:cxnLst/>
            <a:rect l="l" t="t" r="r" b="b"/>
            <a:pathLst>
              <a:path w="1107327" h="849921">
                <a:moveTo>
                  <a:pt x="754300" y="0"/>
                </a:moveTo>
                <a:lnTo>
                  <a:pt x="866801" y="417913"/>
                </a:lnTo>
                <a:lnTo>
                  <a:pt x="863785" y="548037"/>
                </a:lnTo>
                <a:lnTo>
                  <a:pt x="906910" y="710286"/>
                </a:lnTo>
                <a:lnTo>
                  <a:pt x="877790" y="738866"/>
                </a:lnTo>
                <a:lnTo>
                  <a:pt x="955587" y="758955"/>
                </a:lnTo>
                <a:lnTo>
                  <a:pt x="1074635" y="679477"/>
                </a:lnTo>
                <a:lnTo>
                  <a:pt x="1107327" y="703617"/>
                </a:lnTo>
                <a:lnTo>
                  <a:pt x="873661" y="849921"/>
                </a:lnTo>
                <a:lnTo>
                  <a:pt x="858161" y="764033"/>
                </a:lnTo>
                <a:lnTo>
                  <a:pt x="702249" y="713916"/>
                </a:lnTo>
                <a:lnTo>
                  <a:pt x="614726" y="622757"/>
                </a:lnTo>
                <a:lnTo>
                  <a:pt x="8733" y="741820"/>
                </a:lnTo>
                <a:lnTo>
                  <a:pt x="0" y="691199"/>
                </a:lnTo>
                <a:lnTo>
                  <a:pt x="107404" y="572117"/>
                </a:lnTo>
                <a:lnTo>
                  <a:pt x="61373" y="487897"/>
                </a:lnTo>
                <a:lnTo>
                  <a:pt x="379644" y="410504"/>
                </a:lnTo>
                <a:lnTo>
                  <a:pt x="434255" y="362787"/>
                </a:lnTo>
                <a:lnTo>
                  <a:pt x="430352" y="279194"/>
                </a:lnTo>
                <a:lnTo>
                  <a:pt x="397736" y="240167"/>
                </a:lnTo>
                <a:lnTo>
                  <a:pt x="507604" y="89399"/>
                </a:lnTo>
                <a:lnTo>
                  <a:pt x="560144" y="4450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at_North Carolina"/>
          <p:cNvSpPr/>
          <p:nvPr/>
        </p:nvSpPr>
        <p:spPr>
          <a:xfrm>
            <a:off x="7978975" y="3470759"/>
            <a:ext cx="1282053" cy="588410"/>
          </a:xfrm>
          <a:custGeom>
            <a:avLst/>
            <a:gdLst/>
            <a:ahLst/>
            <a:cxnLst/>
            <a:rect l="l" t="t" r="r" b="b"/>
            <a:pathLst>
              <a:path w="1282053" h="588410">
                <a:moveTo>
                  <a:pt x="359110" y="151137"/>
                </a:moveTo>
                <a:lnTo>
                  <a:pt x="1224658" y="0"/>
                </a:lnTo>
                <a:lnTo>
                  <a:pt x="1257884" y="71317"/>
                </a:lnTo>
                <a:lnTo>
                  <a:pt x="1129260" y="140371"/>
                </a:lnTo>
                <a:lnTo>
                  <a:pt x="1262466" y="112253"/>
                </a:lnTo>
                <a:lnTo>
                  <a:pt x="1282053" y="155312"/>
                </a:lnTo>
                <a:lnTo>
                  <a:pt x="1232141" y="239061"/>
                </a:lnTo>
                <a:lnTo>
                  <a:pt x="1182305" y="251680"/>
                </a:lnTo>
                <a:lnTo>
                  <a:pt x="1180681" y="285271"/>
                </a:lnTo>
                <a:lnTo>
                  <a:pt x="1227513" y="315170"/>
                </a:lnTo>
                <a:lnTo>
                  <a:pt x="1206121" y="374350"/>
                </a:lnTo>
                <a:lnTo>
                  <a:pt x="1099172" y="406906"/>
                </a:lnTo>
                <a:lnTo>
                  <a:pt x="1021092" y="508916"/>
                </a:lnTo>
                <a:lnTo>
                  <a:pt x="1010740" y="572873"/>
                </a:lnTo>
                <a:lnTo>
                  <a:pt x="922833" y="588410"/>
                </a:lnTo>
                <a:lnTo>
                  <a:pt x="716763" y="439921"/>
                </a:lnTo>
                <a:lnTo>
                  <a:pt x="544858" y="465504"/>
                </a:lnTo>
                <a:lnTo>
                  <a:pt x="497324" y="409308"/>
                </a:lnTo>
                <a:lnTo>
                  <a:pt x="1352" y="510014"/>
                </a:lnTo>
                <a:lnTo>
                  <a:pt x="0" y="464682"/>
                </a:lnTo>
                <a:lnTo>
                  <a:pt x="71239" y="391083"/>
                </a:lnTo>
                <a:lnTo>
                  <a:pt x="183796" y="334719"/>
                </a:lnTo>
                <a:lnTo>
                  <a:pt x="229878" y="272058"/>
                </a:lnTo>
                <a:lnTo>
                  <a:pt x="319115" y="2485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aat_North Dakota"/>
          <p:cNvSpPr/>
          <p:nvPr/>
        </p:nvSpPr>
        <p:spPr>
          <a:xfrm>
            <a:off x="5117497" y="1374321"/>
            <a:ext cx="989594" cy="622036"/>
          </a:xfrm>
          <a:custGeom>
            <a:avLst/>
            <a:gdLst/>
            <a:ahLst/>
            <a:cxnLst/>
            <a:rect l="l" t="t" r="r" b="b"/>
            <a:pathLst>
              <a:path w="989594" h="622036">
                <a:moveTo>
                  <a:pt x="908640" y="41993"/>
                </a:moveTo>
                <a:lnTo>
                  <a:pt x="989594" y="622036"/>
                </a:lnTo>
                <a:lnTo>
                  <a:pt x="0" y="575112"/>
                </a:lnTo>
                <a:lnTo>
                  <a:pt x="4881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at_Ohio"/>
          <p:cNvSpPr/>
          <p:nvPr/>
        </p:nvSpPr>
        <p:spPr>
          <a:xfrm>
            <a:off x="7754500" y="2574357"/>
            <a:ext cx="631012" cy="718962"/>
          </a:xfrm>
          <a:custGeom>
            <a:avLst/>
            <a:gdLst/>
            <a:ahLst/>
            <a:cxnLst/>
            <a:rect l="l" t="t" r="r" b="b"/>
            <a:pathLst>
              <a:path w="631012" h="718962">
                <a:moveTo>
                  <a:pt x="589318" y="0"/>
                </a:moveTo>
                <a:lnTo>
                  <a:pt x="631012" y="253698"/>
                </a:lnTo>
                <a:lnTo>
                  <a:pt x="615160" y="436143"/>
                </a:lnTo>
                <a:lnTo>
                  <a:pt x="569123" y="506238"/>
                </a:lnTo>
                <a:lnTo>
                  <a:pt x="505477" y="538389"/>
                </a:lnTo>
                <a:lnTo>
                  <a:pt x="487620" y="618677"/>
                </a:lnTo>
                <a:lnTo>
                  <a:pt x="461873" y="592751"/>
                </a:lnTo>
                <a:lnTo>
                  <a:pt x="435042" y="709297"/>
                </a:lnTo>
                <a:lnTo>
                  <a:pt x="397266" y="718962"/>
                </a:lnTo>
                <a:lnTo>
                  <a:pt x="345255" y="661509"/>
                </a:lnTo>
                <a:lnTo>
                  <a:pt x="233636" y="700928"/>
                </a:lnTo>
                <a:lnTo>
                  <a:pt x="151178" y="677529"/>
                </a:lnTo>
                <a:lnTo>
                  <a:pt x="112391" y="625124"/>
                </a:lnTo>
                <a:lnTo>
                  <a:pt x="56777" y="631811"/>
                </a:lnTo>
                <a:lnTo>
                  <a:pt x="0" y="138307"/>
                </a:lnTo>
                <a:lnTo>
                  <a:pt x="188129" y="107290"/>
                </a:lnTo>
                <a:lnTo>
                  <a:pt x="333627" y="154991"/>
                </a:lnTo>
                <a:lnTo>
                  <a:pt x="434160" y="1200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at_Oklahoma"/>
          <p:cNvSpPr/>
          <p:nvPr/>
        </p:nvSpPr>
        <p:spPr>
          <a:xfrm>
            <a:off x="5122516" y="3667097"/>
            <a:ext cx="1296859" cy="681644"/>
          </a:xfrm>
          <a:custGeom>
            <a:avLst/>
            <a:gdLst/>
            <a:ahLst/>
            <a:cxnLst/>
            <a:rect l="l" t="t" r="r" b="b"/>
            <a:pathLst>
              <a:path w="1296859" h="681644">
                <a:moveTo>
                  <a:pt x="7040" y="0"/>
                </a:moveTo>
                <a:lnTo>
                  <a:pt x="1266820" y="37241"/>
                </a:lnTo>
                <a:lnTo>
                  <a:pt x="1296859" y="681644"/>
                </a:lnTo>
                <a:lnTo>
                  <a:pt x="1180178" y="621170"/>
                </a:lnTo>
                <a:lnTo>
                  <a:pt x="1004290" y="674005"/>
                </a:lnTo>
                <a:lnTo>
                  <a:pt x="914492" y="620966"/>
                </a:lnTo>
                <a:lnTo>
                  <a:pt x="874538" y="663529"/>
                </a:lnTo>
                <a:lnTo>
                  <a:pt x="793732" y="615108"/>
                </a:lnTo>
                <a:lnTo>
                  <a:pt x="765823" y="639762"/>
                </a:lnTo>
                <a:lnTo>
                  <a:pt x="719779" y="588422"/>
                </a:lnTo>
                <a:lnTo>
                  <a:pt x="561377" y="565062"/>
                </a:lnTo>
                <a:lnTo>
                  <a:pt x="551538" y="527980"/>
                </a:lnTo>
                <a:lnTo>
                  <a:pt x="483247" y="529679"/>
                </a:lnTo>
                <a:lnTo>
                  <a:pt x="437860" y="493178"/>
                </a:lnTo>
                <a:lnTo>
                  <a:pt x="453505" y="121668"/>
                </a:lnTo>
                <a:lnTo>
                  <a:pt x="0" y="9539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aat_Oregon"/>
          <p:cNvSpPr/>
          <p:nvPr/>
        </p:nvSpPr>
        <p:spPr>
          <a:xfrm>
            <a:off x="2281883" y="1412143"/>
            <a:ext cx="1193541" cy="1009595"/>
          </a:xfrm>
          <a:custGeom>
            <a:avLst/>
            <a:gdLst/>
            <a:ahLst/>
            <a:cxnLst/>
            <a:rect l="l" t="t" r="r" b="b"/>
            <a:pathLst>
              <a:path w="1193541" h="1009595">
                <a:moveTo>
                  <a:pt x="321901" y="0"/>
                </a:moveTo>
                <a:lnTo>
                  <a:pt x="393286" y="56772"/>
                </a:lnTo>
                <a:lnTo>
                  <a:pt x="389097" y="138939"/>
                </a:lnTo>
                <a:lnTo>
                  <a:pt x="449207" y="177802"/>
                </a:lnTo>
                <a:lnTo>
                  <a:pt x="513462" y="164503"/>
                </a:lnTo>
                <a:lnTo>
                  <a:pt x="588245" y="205566"/>
                </a:lnTo>
                <a:lnTo>
                  <a:pt x="719345" y="216733"/>
                </a:lnTo>
                <a:lnTo>
                  <a:pt x="889004" y="206101"/>
                </a:lnTo>
                <a:lnTo>
                  <a:pt x="1155270" y="269789"/>
                </a:lnTo>
                <a:lnTo>
                  <a:pt x="1193541" y="325143"/>
                </a:lnTo>
                <a:lnTo>
                  <a:pt x="1046152" y="557060"/>
                </a:lnTo>
                <a:lnTo>
                  <a:pt x="1081951" y="611158"/>
                </a:lnTo>
                <a:lnTo>
                  <a:pt x="974019" y="1009595"/>
                </a:lnTo>
                <a:lnTo>
                  <a:pt x="0" y="751478"/>
                </a:lnTo>
                <a:lnTo>
                  <a:pt x="1924" y="584319"/>
                </a:lnTo>
                <a:lnTo>
                  <a:pt x="106793" y="422819"/>
                </a:lnTo>
                <a:lnTo>
                  <a:pt x="247755" y="406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aat_Pennsylvania"/>
          <p:cNvSpPr/>
          <p:nvPr/>
        </p:nvSpPr>
        <p:spPr>
          <a:xfrm>
            <a:off x="8343818" y="2433548"/>
            <a:ext cx="862647" cy="567617"/>
          </a:xfrm>
          <a:custGeom>
            <a:avLst/>
            <a:gdLst/>
            <a:ahLst/>
            <a:cxnLst/>
            <a:rect l="l" t="t" r="r" b="b"/>
            <a:pathLst>
              <a:path w="862647" h="567617">
                <a:moveTo>
                  <a:pt x="95661" y="71541"/>
                </a:moveTo>
                <a:lnTo>
                  <a:pt x="103859" y="119063"/>
                </a:lnTo>
                <a:lnTo>
                  <a:pt x="709852" y="0"/>
                </a:lnTo>
                <a:lnTo>
                  <a:pt x="827829" y="99313"/>
                </a:lnTo>
                <a:lnTo>
                  <a:pt x="785285" y="240164"/>
                </a:lnTo>
                <a:lnTo>
                  <a:pt x="862647" y="333673"/>
                </a:lnTo>
                <a:lnTo>
                  <a:pt x="743493" y="439666"/>
                </a:lnTo>
                <a:lnTo>
                  <a:pt x="70143" y="567617"/>
                </a:lnTo>
                <a:lnTo>
                  <a:pt x="0" y="14080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aat_Rhode Island"/>
          <p:cNvSpPr/>
          <p:nvPr/>
        </p:nvSpPr>
        <p:spPr>
          <a:xfrm>
            <a:off x="9538879" y="2304278"/>
            <a:ext cx="117335" cy="140601"/>
          </a:xfrm>
          <a:custGeom>
            <a:avLst/>
            <a:gdLst/>
            <a:ahLst/>
            <a:cxnLst/>
            <a:rect l="l" t="t" r="r" b="b"/>
            <a:pathLst>
              <a:path w="117335" h="140601">
                <a:moveTo>
                  <a:pt x="97938" y="50812"/>
                </a:moveTo>
                <a:lnTo>
                  <a:pt x="117335" y="81460"/>
                </a:lnTo>
                <a:lnTo>
                  <a:pt x="91499" y="92697"/>
                </a:lnTo>
                <a:close/>
                <a:moveTo>
                  <a:pt x="35878" y="0"/>
                </a:moveTo>
                <a:lnTo>
                  <a:pt x="92588" y="45726"/>
                </a:lnTo>
                <a:lnTo>
                  <a:pt x="74139" y="117917"/>
                </a:lnTo>
                <a:lnTo>
                  <a:pt x="24769" y="140601"/>
                </a:lnTo>
                <a:lnTo>
                  <a:pt x="0" y="115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taat_South Carolina"/>
          <p:cNvSpPr/>
          <p:nvPr/>
        </p:nvSpPr>
        <p:spPr>
          <a:xfrm>
            <a:off x="8138275" y="3880067"/>
            <a:ext cx="763533" cy="585141"/>
          </a:xfrm>
          <a:custGeom>
            <a:avLst/>
            <a:gdLst/>
            <a:ahLst/>
            <a:cxnLst/>
            <a:rect l="l" t="t" r="r" b="b"/>
            <a:pathLst>
              <a:path w="763533" h="585141">
                <a:moveTo>
                  <a:pt x="27106" y="74533"/>
                </a:moveTo>
                <a:lnTo>
                  <a:pt x="148935" y="19187"/>
                </a:lnTo>
                <a:lnTo>
                  <a:pt x="338024" y="0"/>
                </a:lnTo>
                <a:lnTo>
                  <a:pt x="385558" y="56196"/>
                </a:lnTo>
                <a:lnTo>
                  <a:pt x="557463" y="30613"/>
                </a:lnTo>
                <a:lnTo>
                  <a:pt x="763533" y="179102"/>
                </a:lnTo>
                <a:lnTo>
                  <a:pt x="710057" y="230505"/>
                </a:lnTo>
                <a:lnTo>
                  <a:pt x="665826" y="360885"/>
                </a:lnTo>
                <a:lnTo>
                  <a:pt x="630792" y="367040"/>
                </a:lnTo>
                <a:lnTo>
                  <a:pt x="456656" y="585141"/>
                </a:lnTo>
                <a:lnTo>
                  <a:pt x="417614" y="574404"/>
                </a:lnTo>
                <a:lnTo>
                  <a:pt x="332011" y="416081"/>
                </a:lnTo>
                <a:lnTo>
                  <a:pt x="140246" y="263268"/>
                </a:lnTo>
                <a:lnTo>
                  <a:pt x="72495" y="167896"/>
                </a:lnTo>
                <a:lnTo>
                  <a:pt x="0" y="1396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aat_South Dakota"/>
          <p:cNvSpPr/>
          <p:nvPr/>
        </p:nvSpPr>
        <p:spPr>
          <a:xfrm>
            <a:off x="5069345" y="1949433"/>
            <a:ext cx="1051972" cy="703812"/>
          </a:xfrm>
          <a:custGeom>
            <a:avLst/>
            <a:gdLst/>
            <a:ahLst/>
            <a:cxnLst/>
            <a:rect l="l" t="t" r="r" b="b"/>
            <a:pathLst>
              <a:path w="1051972" h="703812">
                <a:moveTo>
                  <a:pt x="48152" y="0"/>
                </a:moveTo>
                <a:lnTo>
                  <a:pt x="1037746" y="46924"/>
                </a:lnTo>
                <a:lnTo>
                  <a:pt x="998036" y="109048"/>
                </a:lnTo>
                <a:lnTo>
                  <a:pt x="1051673" y="167728"/>
                </a:lnTo>
                <a:lnTo>
                  <a:pt x="1031982" y="514219"/>
                </a:lnTo>
                <a:lnTo>
                  <a:pt x="1051972" y="582339"/>
                </a:lnTo>
                <a:lnTo>
                  <a:pt x="1024234" y="661762"/>
                </a:lnTo>
                <a:lnTo>
                  <a:pt x="1049891" y="703812"/>
                </a:lnTo>
                <a:lnTo>
                  <a:pt x="943210" y="634790"/>
                </a:lnTo>
                <a:lnTo>
                  <a:pt x="841230" y="647753"/>
                </a:lnTo>
                <a:lnTo>
                  <a:pt x="766433" y="602010"/>
                </a:lnTo>
                <a:lnTo>
                  <a:pt x="0" y="5583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aat_Tennessee"/>
          <p:cNvSpPr/>
          <p:nvPr/>
        </p:nvSpPr>
        <p:spPr>
          <a:xfrm>
            <a:off x="7059086" y="3621896"/>
            <a:ext cx="1278999" cy="442235"/>
          </a:xfrm>
          <a:custGeom>
            <a:avLst/>
            <a:gdLst/>
            <a:ahLst/>
            <a:cxnLst/>
            <a:rect l="l" t="t" r="r" b="b"/>
            <a:pathLst>
              <a:path w="1278999" h="442235">
                <a:moveTo>
                  <a:pt x="323462" y="130420"/>
                </a:moveTo>
                <a:lnTo>
                  <a:pt x="318094" y="96064"/>
                </a:lnTo>
                <a:lnTo>
                  <a:pt x="1278999" y="0"/>
                </a:lnTo>
                <a:lnTo>
                  <a:pt x="1239004" y="97386"/>
                </a:lnTo>
                <a:lnTo>
                  <a:pt x="1149767" y="120921"/>
                </a:lnTo>
                <a:lnTo>
                  <a:pt x="1103685" y="183582"/>
                </a:lnTo>
                <a:lnTo>
                  <a:pt x="991128" y="239946"/>
                </a:lnTo>
                <a:lnTo>
                  <a:pt x="919889" y="313545"/>
                </a:lnTo>
                <a:lnTo>
                  <a:pt x="921241" y="358877"/>
                </a:lnTo>
                <a:lnTo>
                  <a:pt x="0" y="442235"/>
                </a:lnTo>
                <a:lnTo>
                  <a:pt x="99438" y="1474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aat_Texas"/>
          <p:cNvSpPr/>
          <p:nvPr/>
        </p:nvSpPr>
        <p:spPr>
          <a:xfrm>
            <a:off x="4475179" y="3762060"/>
            <a:ext cx="2108199" cy="2059636"/>
          </a:xfrm>
          <a:custGeom>
            <a:avLst/>
            <a:gdLst/>
            <a:ahLst/>
            <a:cxnLst/>
            <a:rect l="l" t="t" r="r" b="b"/>
            <a:pathLst>
              <a:path w="2108199" h="2059636">
                <a:moveTo>
                  <a:pt x="641550" y="0"/>
                </a:moveTo>
                <a:lnTo>
                  <a:pt x="1100842" y="26705"/>
                </a:lnTo>
                <a:lnTo>
                  <a:pt x="1085197" y="398215"/>
                </a:lnTo>
                <a:lnTo>
                  <a:pt x="1130584" y="434716"/>
                </a:lnTo>
                <a:lnTo>
                  <a:pt x="1198875" y="433017"/>
                </a:lnTo>
                <a:lnTo>
                  <a:pt x="1208714" y="470099"/>
                </a:lnTo>
                <a:lnTo>
                  <a:pt x="1367116" y="493459"/>
                </a:lnTo>
                <a:lnTo>
                  <a:pt x="1413160" y="544799"/>
                </a:lnTo>
                <a:lnTo>
                  <a:pt x="1441069" y="520145"/>
                </a:lnTo>
                <a:lnTo>
                  <a:pt x="1521875" y="568566"/>
                </a:lnTo>
                <a:lnTo>
                  <a:pt x="1561829" y="526003"/>
                </a:lnTo>
                <a:lnTo>
                  <a:pt x="1651627" y="579042"/>
                </a:lnTo>
                <a:lnTo>
                  <a:pt x="1827515" y="526207"/>
                </a:lnTo>
                <a:lnTo>
                  <a:pt x="1960850" y="604233"/>
                </a:lnTo>
                <a:lnTo>
                  <a:pt x="2014241" y="602179"/>
                </a:lnTo>
                <a:lnTo>
                  <a:pt x="2020371" y="899554"/>
                </a:lnTo>
                <a:lnTo>
                  <a:pt x="2108199" y="1099276"/>
                </a:lnTo>
                <a:lnTo>
                  <a:pt x="2062871" y="1338229"/>
                </a:lnTo>
                <a:lnTo>
                  <a:pt x="1950305" y="1367464"/>
                </a:lnTo>
                <a:lnTo>
                  <a:pt x="1913477" y="1322164"/>
                </a:lnTo>
                <a:lnTo>
                  <a:pt x="1868784" y="1366437"/>
                </a:lnTo>
                <a:lnTo>
                  <a:pt x="1889248" y="1413058"/>
                </a:lnTo>
                <a:lnTo>
                  <a:pt x="1808969" y="1498039"/>
                </a:lnTo>
                <a:lnTo>
                  <a:pt x="1708541" y="1548257"/>
                </a:lnTo>
                <a:lnTo>
                  <a:pt x="1595089" y="1530205"/>
                </a:lnTo>
                <a:lnTo>
                  <a:pt x="1638798" y="1579277"/>
                </a:lnTo>
                <a:lnTo>
                  <a:pt x="1576343" y="1585122"/>
                </a:lnTo>
                <a:lnTo>
                  <a:pt x="1449256" y="1781685"/>
                </a:lnTo>
                <a:lnTo>
                  <a:pt x="1439275" y="1879853"/>
                </a:lnTo>
                <a:lnTo>
                  <a:pt x="1496133" y="2040803"/>
                </a:lnTo>
                <a:lnTo>
                  <a:pt x="1442938" y="2059636"/>
                </a:lnTo>
                <a:lnTo>
                  <a:pt x="1162527" y="1929827"/>
                </a:lnTo>
                <a:lnTo>
                  <a:pt x="1116521" y="1750148"/>
                </a:lnTo>
                <a:lnTo>
                  <a:pt x="985178" y="1593236"/>
                </a:lnTo>
                <a:lnTo>
                  <a:pt x="929468" y="1434558"/>
                </a:lnTo>
                <a:lnTo>
                  <a:pt x="813777" y="1304369"/>
                </a:lnTo>
                <a:lnTo>
                  <a:pt x="662862" y="1273107"/>
                </a:lnTo>
                <a:lnTo>
                  <a:pt x="495198" y="1430135"/>
                </a:lnTo>
                <a:lnTo>
                  <a:pt x="302824" y="1288811"/>
                </a:lnTo>
                <a:lnTo>
                  <a:pt x="255430" y="1106499"/>
                </a:lnTo>
                <a:lnTo>
                  <a:pt x="0" y="824945"/>
                </a:lnTo>
                <a:lnTo>
                  <a:pt x="573357" y="85961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aat_Utah"/>
          <p:cNvSpPr/>
          <p:nvPr/>
        </p:nvSpPr>
        <p:spPr>
          <a:xfrm>
            <a:off x="3483937" y="2508213"/>
            <a:ext cx="846699" cy="1063301"/>
          </a:xfrm>
          <a:custGeom>
            <a:avLst/>
            <a:gdLst/>
            <a:ahLst/>
            <a:cxnLst/>
            <a:rect l="l" t="t" r="r" b="b"/>
            <a:pathLst>
              <a:path w="846699" h="1063301">
                <a:moveTo>
                  <a:pt x="181607" y="0"/>
                </a:moveTo>
                <a:lnTo>
                  <a:pt x="595643" y="71747"/>
                </a:lnTo>
                <a:lnTo>
                  <a:pt x="565373" y="261346"/>
                </a:lnTo>
                <a:lnTo>
                  <a:pt x="846699" y="303231"/>
                </a:lnTo>
                <a:lnTo>
                  <a:pt x="742524" y="1063301"/>
                </a:lnTo>
                <a:lnTo>
                  <a:pt x="0" y="9407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taat_Vermont"/>
          <p:cNvSpPr/>
          <p:nvPr/>
        </p:nvSpPr>
        <p:spPr>
          <a:xfrm>
            <a:off x="9193244" y="1750154"/>
            <a:ext cx="255860" cy="478550"/>
          </a:xfrm>
          <a:custGeom>
            <a:avLst/>
            <a:gdLst/>
            <a:ahLst/>
            <a:cxnLst/>
            <a:rect l="l" t="t" r="r" b="b"/>
            <a:pathLst>
              <a:path w="255860" h="478550">
                <a:moveTo>
                  <a:pt x="239416" y="0"/>
                </a:moveTo>
                <a:lnTo>
                  <a:pt x="255860" y="79797"/>
                </a:lnTo>
                <a:lnTo>
                  <a:pt x="203217" y="145283"/>
                </a:lnTo>
                <a:lnTo>
                  <a:pt x="193104" y="295641"/>
                </a:lnTo>
                <a:lnTo>
                  <a:pt x="222433" y="454483"/>
                </a:lnTo>
                <a:lnTo>
                  <a:pt x="112501" y="478550"/>
                </a:lnTo>
                <a:lnTo>
                  <a:pt x="0" y="6063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taat_Virginia"/>
          <p:cNvSpPr/>
          <p:nvPr/>
        </p:nvSpPr>
        <p:spPr>
          <a:xfrm>
            <a:off x="8039376" y="2995225"/>
            <a:ext cx="1195030" cy="666699"/>
          </a:xfrm>
          <a:custGeom>
            <a:avLst/>
            <a:gdLst/>
            <a:ahLst/>
            <a:cxnLst/>
            <a:rect l="l" t="t" r="r" b="b"/>
            <a:pathLst>
              <a:path w="1195030" h="666699">
                <a:moveTo>
                  <a:pt x="1136285" y="206250"/>
                </a:moveTo>
                <a:lnTo>
                  <a:pt x="1195030" y="178283"/>
                </a:lnTo>
                <a:lnTo>
                  <a:pt x="1126001" y="371934"/>
                </a:lnTo>
                <a:lnTo>
                  <a:pt x="1112985" y="287638"/>
                </a:lnTo>
                <a:close/>
                <a:moveTo>
                  <a:pt x="1086218" y="217030"/>
                </a:moveTo>
                <a:lnTo>
                  <a:pt x="1089398" y="216351"/>
                </a:lnTo>
                <a:lnTo>
                  <a:pt x="1082243" y="217878"/>
                </a:lnTo>
                <a:close/>
                <a:moveTo>
                  <a:pt x="693112" y="0"/>
                </a:moveTo>
                <a:lnTo>
                  <a:pt x="779595" y="48775"/>
                </a:lnTo>
                <a:lnTo>
                  <a:pt x="810799" y="8423"/>
                </a:lnTo>
                <a:lnTo>
                  <a:pt x="889083" y="65730"/>
                </a:lnTo>
                <a:lnTo>
                  <a:pt x="887705" y="181799"/>
                </a:lnTo>
                <a:lnTo>
                  <a:pt x="925299" y="167808"/>
                </a:lnTo>
                <a:lnTo>
                  <a:pt x="1057014" y="236124"/>
                </a:lnTo>
                <a:lnTo>
                  <a:pt x="1083285" y="388522"/>
                </a:lnTo>
                <a:lnTo>
                  <a:pt x="1067892" y="415382"/>
                </a:lnTo>
                <a:lnTo>
                  <a:pt x="1025943" y="403695"/>
                </a:lnTo>
                <a:lnTo>
                  <a:pt x="1057029" y="419797"/>
                </a:lnTo>
                <a:lnTo>
                  <a:pt x="1130692" y="409629"/>
                </a:lnTo>
                <a:lnTo>
                  <a:pt x="1164257" y="475534"/>
                </a:lnTo>
                <a:lnTo>
                  <a:pt x="0" y="666699"/>
                </a:lnTo>
                <a:lnTo>
                  <a:pt x="76735" y="628900"/>
                </a:lnTo>
                <a:lnTo>
                  <a:pt x="228563" y="453312"/>
                </a:lnTo>
                <a:lnTo>
                  <a:pt x="281037" y="510275"/>
                </a:lnTo>
                <a:lnTo>
                  <a:pt x="475729" y="419657"/>
                </a:lnTo>
                <a:lnTo>
                  <a:pt x="536034" y="198237"/>
                </a:lnTo>
                <a:lnTo>
                  <a:pt x="590510" y="223895"/>
                </a:lnTo>
                <a:lnTo>
                  <a:pt x="621665" y="132876"/>
                </a:lnTo>
                <a:lnTo>
                  <a:pt x="642852" y="146124"/>
                </a:lnTo>
                <a:lnTo>
                  <a:pt x="695733" y="572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taat_Washington"/>
          <p:cNvSpPr/>
          <p:nvPr/>
        </p:nvSpPr>
        <p:spPr>
          <a:xfrm>
            <a:off x="2541792" y="944864"/>
            <a:ext cx="1005156" cy="737068"/>
          </a:xfrm>
          <a:custGeom>
            <a:avLst/>
            <a:gdLst/>
            <a:ahLst/>
            <a:cxnLst/>
            <a:rect l="l" t="t" r="r" b="b"/>
            <a:pathLst>
              <a:path w="1005156" h="737068">
                <a:moveTo>
                  <a:pt x="1005156" y="179765"/>
                </a:moveTo>
                <a:lnTo>
                  <a:pt x="895361" y="737068"/>
                </a:lnTo>
                <a:lnTo>
                  <a:pt x="629095" y="673380"/>
                </a:lnTo>
                <a:lnTo>
                  <a:pt x="459436" y="684012"/>
                </a:lnTo>
                <a:lnTo>
                  <a:pt x="328336" y="672845"/>
                </a:lnTo>
                <a:lnTo>
                  <a:pt x="253553" y="631782"/>
                </a:lnTo>
                <a:lnTo>
                  <a:pt x="189298" y="645081"/>
                </a:lnTo>
                <a:lnTo>
                  <a:pt x="129188" y="606218"/>
                </a:lnTo>
                <a:lnTo>
                  <a:pt x="111855" y="497195"/>
                </a:lnTo>
                <a:lnTo>
                  <a:pt x="0" y="435590"/>
                </a:lnTo>
                <a:lnTo>
                  <a:pt x="32794" y="404306"/>
                </a:lnTo>
                <a:lnTo>
                  <a:pt x="17311" y="132059"/>
                </a:lnTo>
                <a:lnTo>
                  <a:pt x="48196" y="44400"/>
                </a:lnTo>
                <a:lnTo>
                  <a:pt x="110994" y="106817"/>
                </a:lnTo>
                <a:lnTo>
                  <a:pt x="252077" y="163712"/>
                </a:lnTo>
                <a:lnTo>
                  <a:pt x="276609" y="210537"/>
                </a:lnTo>
                <a:lnTo>
                  <a:pt x="258881" y="316245"/>
                </a:lnTo>
                <a:lnTo>
                  <a:pt x="319400" y="193734"/>
                </a:lnTo>
                <a:lnTo>
                  <a:pt x="305265" y="0"/>
                </a:lnTo>
                <a:close/>
                <a:moveTo>
                  <a:pt x="263576" y="139111"/>
                </a:moveTo>
                <a:lnTo>
                  <a:pt x="292320" y="122712"/>
                </a:lnTo>
                <a:lnTo>
                  <a:pt x="279089" y="158618"/>
                </a:lnTo>
                <a:close/>
                <a:moveTo>
                  <a:pt x="242127" y="87771"/>
                </a:moveTo>
                <a:lnTo>
                  <a:pt x="271054" y="45781"/>
                </a:lnTo>
                <a:lnTo>
                  <a:pt x="268244" y="1028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aat_West Virginia"/>
          <p:cNvSpPr/>
          <p:nvPr/>
        </p:nvSpPr>
        <p:spPr>
          <a:xfrm>
            <a:off x="8151766" y="2828055"/>
            <a:ext cx="675879" cy="677445"/>
          </a:xfrm>
          <a:custGeom>
            <a:avLst/>
            <a:gdLst/>
            <a:ahLst/>
            <a:cxnLst/>
            <a:rect l="l" t="t" r="r" b="b"/>
            <a:pathLst>
              <a:path w="675879" h="677445">
                <a:moveTo>
                  <a:pt x="233746" y="0"/>
                </a:moveTo>
                <a:lnTo>
                  <a:pt x="262195" y="173110"/>
                </a:lnTo>
                <a:lnTo>
                  <a:pt x="410803" y="147851"/>
                </a:lnTo>
                <a:lnTo>
                  <a:pt x="426316" y="245427"/>
                </a:lnTo>
                <a:lnTo>
                  <a:pt x="474035" y="185712"/>
                </a:lnTo>
                <a:lnTo>
                  <a:pt x="561770" y="161096"/>
                </a:lnTo>
                <a:lnTo>
                  <a:pt x="597529" y="119079"/>
                </a:lnTo>
                <a:lnTo>
                  <a:pt x="649250" y="127357"/>
                </a:lnTo>
                <a:lnTo>
                  <a:pt x="675879" y="176787"/>
                </a:lnTo>
                <a:lnTo>
                  <a:pt x="667205" y="215945"/>
                </a:lnTo>
                <a:lnTo>
                  <a:pt x="580722" y="167170"/>
                </a:lnTo>
                <a:lnTo>
                  <a:pt x="583343" y="224423"/>
                </a:lnTo>
                <a:lnTo>
                  <a:pt x="530462" y="313294"/>
                </a:lnTo>
                <a:lnTo>
                  <a:pt x="509275" y="300046"/>
                </a:lnTo>
                <a:lnTo>
                  <a:pt x="478120" y="391065"/>
                </a:lnTo>
                <a:lnTo>
                  <a:pt x="423644" y="365407"/>
                </a:lnTo>
                <a:lnTo>
                  <a:pt x="363339" y="586827"/>
                </a:lnTo>
                <a:lnTo>
                  <a:pt x="168647" y="677445"/>
                </a:lnTo>
                <a:lnTo>
                  <a:pt x="26987" y="556993"/>
                </a:lnTo>
                <a:lnTo>
                  <a:pt x="0" y="465264"/>
                </a:lnTo>
                <a:lnTo>
                  <a:pt x="37776" y="455599"/>
                </a:lnTo>
                <a:lnTo>
                  <a:pt x="64607" y="339053"/>
                </a:lnTo>
                <a:lnTo>
                  <a:pt x="90354" y="364979"/>
                </a:lnTo>
                <a:lnTo>
                  <a:pt x="108211" y="284691"/>
                </a:lnTo>
                <a:lnTo>
                  <a:pt x="171857" y="252540"/>
                </a:lnTo>
                <a:lnTo>
                  <a:pt x="217894" y="18244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taat_Wisconsin"/>
          <p:cNvSpPr/>
          <p:nvPr/>
        </p:nvSpPr>
        <p:spPr>
          <a:xfrm>
            <a:off x="6596986" y="1784167"/>
            <a:ext cx="782552" cy="843994"/>
          </a:xfrm>
          <a:custGeom>
            <a:avLst/>
            <a:gdLst/>
            <a:ahLst/>
            <a:cxnLst/>
            <a:rect l="l" t="t" r="r" b="b"/>
            <a:pathLst>
              <a:path w="782552" h="843994">
                <a:moveTo>
                  <a:pt x="252476" y="38653"/>
                </a:moveTo>
                <a:lnTo>
                  <a:pt x="357425" y="111585"/>
                </a:lnTo>
                <a:lnTo>
                  <a:pt x="628438" y="171092"/>
                </a:lnTo>
                <a:lnTo>
                  <a:pt x="675108" y="214105"/>
                </a:lnTo>
                <a:lnTo>
                  <a:pt x="666391" y="274415"/>
                </a:lnTo>
                <a:lnTo>
                  <a:pt x="698081" y="275845"/>
                </a:lnTo>
                <a:lnTo>
                  <a:pt x="710240" y="321838"/>
                </a:lnTo>
                <a:lnTo>
                  <a:pt x="657989" y="427887"/>
                </a:lnTo>
                <a:lnTo>
                  <a:pt x="782552" y="291140"/>
                </a:lnTo>
                <a:lnTo>
                  <a:pt x="697003" y="676301"/>
                </a:lnTo>
                <a:lnTo>
                  <a:pt x="724483" y="818978"/>
                </a:lnTo>
                <a:lnTo>
                  <a:pt x="330213" y="843994"/>
                </a:lnTo>
                <a:lnTo>
                  <a:pt x="268428" y="801183"/>
                </a:lnTo>
                <a:lnTo>
                  <a:pt x="264938" y="704919"/>
                </a:lnTo>
                <a:lnTo>
                  <a:pt x="206172" y="566515"/>
                </a:lnTo>
                <a:lnTo>
                  <a:pt x="14186" y="430161"/>
                </a:lnTo>
                <a:lnTo>
                  <a:pt x="31676" y="298161"/>
                </a:lnTo>
                <a:lnTo>
                  <a:pt x="0" y="246127"/>
                </a:lnTo>
                <a:lnTo>
                  <a:pt x="73683" y="175837"/>
                </a:lnTo>
                <a:lnTo>
                  <a:pt x="69311" y="63772"/>
                </a:lnTo>
                <a:lnTo>
                  <a:pt x="2568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at_Wyoming"/>
          <p:cNvSpPr/>
          <p:nvPr/>
        </p:nvSpPr>
        <p:spPr>
          <a:xfrm>
            <a:off x="4049310" y="2013910"/>
            <a:ext cx="1051488" cy="875209"/>
          </a:xfrm>
          <a:custGeom>
            <a:avLst/>
            <a:gdLst/>
            <a:ahLst/>
            <a:cxnLst/>
            <a:rect l="l" t="t" r="r" b="b"/>
            <a:pathLst>
              <a:path w="1051488" h="875209">
                <a:moveTo>
                  <a:pt x="119898" y="0"/>
                </a:moveTo>
                <a:lnTo>
                  <a:pt x="1051488" y="114875"/>
                </a:lnTo>
                <a:lnTo>
                  <a:pt x="987649" y="875209"/>
                </a:lnTo>
                <a:lnTo>
                  <a:pt x="0" y="75564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eg0000"/>
          <p:cNvSpPr/>
          <p:nvPr/>
        </p:nvSpPr>
        <p:spPr>
          <a:xfrm rot="21289030">
            <a:off x="7383010" y="4011975"/>
            <a:ext cx="4008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eg0001"/>
          <p:cNvSpPr/>
          <p:nvPr/>
        </p:nvSpPr>
        <p:spPr>
          <a:xfrm rot="15263500">
            <a:off x="7632370" y="4192403"/>
            <a:ext cx="4122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eg0002"/>
          <p:cNvSpPr/>
          <p:nvPr/>
        </p:nvSpPr>
        <p:spPr>
          <a:xfrm rot="14457520">
            <a:off x="7862202" y="4444908"/>
            <a:ext cx="1234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eg0003"/>
          <p:cNvSpPr/>
          <p:nvPr/>
        </p:nvSpPr>
        <p:spPr>
          <a:xfrm rot="17400479">
            <a:off x="7893429" y="4541219"/>
            <a:ext cx="901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eg0004"/>
          <p:cNvSpPr/>
          <p:nvPr/>
        </p:nvSpPr>
        <p:spPr>
          <a:xfrm rot="4532059">
            <a:off x="7862521" y="4661710"/>
            <a:ext cx="1614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eg0005"/>
          <p:cNvSpPr/>
          <p:nvPr/>
        </p:nvSpPr>
        <p:spPr>
          <a:xfrm rot="21240717">
            <a:off x="7542853" y="4761857"/>
            <a:ext cx="4216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eg0006"/>
          <p:cNvSpPr/>
          <p:nvPr/>
        </p:nvSpPr>
        <p:spPr>
          <a:xfrm rot="14748535">
            <a:off x="7510112" y="4836231"/>
            <a:ext cx="1148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eg0007"/>
          <p:cNvSpPr/>
          <p:nvPr/>
        </p:nvSpPr>
        <p:spPr>
          <a:xfrm rot="8307558">
            <a:off x="7540387" y="4907829"/>
            <a:ext cx="579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eg0008"/>
          <p:cNvSpPr/>
          <p:nvPr/>
        </p:nvSpPr>
        <p:spPr>
          <a:xfrm rot="13810907">
            <a:off x="7464222" y="4887972"/>
            <a:ext cx="1017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eg0009"/>
          <p:cNvSpPr/>
          <p:nvPr/>
        </p:nvSpPr>
        <p:spPr>
          <a:xfrm rot="6098017">
            <a:off x="7438738" y="4884582"/>
            <a:ext cx="728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eg0010"/>
          <p:cNvSpPr/>
          <p:nvPr/>
        </p:nvSpPr>
        <p:spPr>
          <a:xfrm rot="11273462">
            <a:off x="7424844" y="4917304"/>
            <a:ext cx="431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g0011"/>
          <p:cNvSpPr/>
          <p:nvPr/>
        </p:nvSpPr>
        <p:spPr>
          <a:xfrm rot="4979691">
            <a:off x="7261418" y="4769584"/>
            <a:ext cx="2916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eg0012"/>
          <p:cNvSpPr/>
          <p:nvPr/>
        </p:nvSpPr>
        <p:spPr>
          <a:xfrm rot="16167369">
            <a:off x="7089264" y="4327455"/>
            <a:ext cx="5947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eg0013"/>
          <p:cNvSpPr/>
          <p:nvPr/>
        </p:nvSpPr>
        <p:spPr>
          <a:xfrm rot="16674556">
            <a:off x="3609020" y="4098132"/>
            <a:ext cx="10855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eg0014"/>
          <p:cNvSpPr/>
          <p:nvPr/>
        </p:nvSpPr>
        <p:spPr>
          <a:xfrm rot="11308597">
            <a:off x="3751056" y="4611562"/>
            <a:ext cx="32782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eg0015"/>
          <p:cNvSpPr/>
          <p:nvPr/>
        </p:nvSpPr>
        <p:spPr>
          <a:xfrm rot="12628243">
            <a:off x="3156711" y="4425039"/>
            <a:ext cx="64035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eg0016"/>
          <p:cNvSpPr/>
          <p:nvPr/>
        </p:nvSpPr>
        <p:spPr>
          <a:xfrm rot="19233473">
            <a:off x="3191067" y="4235159"/>
            <a:ext cx="866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eg0017"/>
          <p:cNvSpPr/>
          <p:nvPr/>
        </p:nvSpPr>
        <p:spPr>
          <a:xfrm rot="15632618">
            <a:off x="3200681" y="4150748"/>
            <a:ext cx="1153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eg0018"/>
          <p:cNvSpPr/>
          <p:nvPr/>
        </p:nvSpPr>
        <p:spPr>
          <a:xfrm rot="9043428">
            <a:off x="3246201" y="4083595"/>
            <a:ext cx="419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eg0019"/>
          <p:cNvSpPr/>
          <p:nvPr/>
        </p:nvSpPr>
        <p:spPr>
          <a:xfrm rot="5989768">
            <a:off x="3255040" y="4037159"/>
            <a:ext cx="734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eg0020"/>
          <p:cNvSpPr/>
          <p:nvPr/>
        </p:nvSpPr>
        <p:spPr>
          <a:xfrm rot="8534788">
            <a:off x="3288098" y="3971962"/>
            <a:ext cx="948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eg0021"/>
          <p:cNvSpPr/>
          <p:nvPr/>
        </p:nvSpPr>
        <p:spPr>
          <a:xfrm rot="14745523">
            <a:off x="3278616" y="3881942"/>
            <a:ext cx="1337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eg0022"/>
          <p:cNvSpPr/>
          <p:nvPr/>
        </p:nvSpPr>
        <p:spPr>
          <a:xfrm rot="16643010">
            <a:off x="3215285" y="3704008"/>
            <a:ext cx="2358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eg0023"/>
          <p:cNvSpPr/>
          <p:nvPr/>
        </p:nvSpPr>
        <p:spPr>
          <a:xfrm rot="12028961">
            <a:off x="3345494" y="3602893"/>
            <a:ext cx="9042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eg0024"/>
          <p:cNvSpPr/>
          <p:nvPr/>
        </p:nvSpPr>
        <p:spPr>
          <a:xfrm rot="17143409">
            <a:off x="3364628" y="3528356"/>
            <a:ext cx="18774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eg0025"/>
          <p:cNvSpPr/>
          <p:nvPr/>
        </p:nvSpPr>
        <p:spPr>
          <a:xfrm rot="11362283">
            <a:off x="3478914" y="3499270"/>
            <a:ext cx="7525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eg0026"/>
          <p:cNvSpPr/>
          <p:nvPr/>
        </p:nvSpPr>
        <p:spPr>
          <a:xfrm rot="10674569">
            <a:off x="6390503" y="3776684"/>
            <a:ext cx="6755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eg0027"/>
          <p:cNvSpPr/>
          <p:nvPr/>
        </p:nvSpPr>
        <p:spPr>
          <a:xfrm rot="14795708">
            <a:off x="7054078" y="3782307"/>
            <a:ext cx="391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eg0028"/>
          <p:cNvSpPr/>
          <p:nvPr/>
        </p:nvSpPr>
        <p:spPr>
          <a:xfrm rot="18324617">
            <a:off x="7021691" y="3831063"/>
            <a:ext cx="756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eg0029"/>
          <p:cNvSpPr/>
          <p:nvPr/>
        </p:nvSpPr>
        <p:spPr>
          <a:xfrm rot="10584930">
            <a:off x="7037494" y="3858796"/>
            <a:ext cx="984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eg0030"/>
          <p:cNvSpPr/>
          <p:nvPr/>
        </p:nvSpPr>
        <p:spPr>
          <a:xfrm rot="5653158">
            <a:off x="7116511" y="3873705"/>
            <a:ext cx="360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eg0031"/>
          <p:cNvSpPr/>
          <p:nvPr/>
        </p:nvSpPr>
        <p:spPr>
          <a:xfrm rot="7472412">
            <a:off x="7062012" y="3929126"/>
            <a:ext cx="908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eg0032"/>
          <p:cNvSpPr/>
          <p:nvPr/>
        </p:nvSpPr>
        <p:spPr>
          <a:xfrm rot="6342955">
            <a:off x="6950351" y="4066041"/>
            <a:ext cx="2066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eg0033"/>
          <p:cNvSpPr/>
          <p:nvPr/>
        </p:nvSpPr>
        <p:spPr>
          <a:xfrm rot="8066335">
            <a:off x="6956921" y="4194410"/>
            <a:ext cx="809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eg0034"/>
          <p:cNvSpPr/>
          <p:nvPr/>
        </p:nvSpPr>
        <p:spPr>
          <a:xfrm rot="6523121">
            <a:off x="6890784" y="4279414"/>
            <a:ext cx="1185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g0035"/>
          <p:cNvSpPr/>
          <p:nvPr/>
        </p:nvSpPr>
        <p:spPr>
          <a:xfrm rot="13166105">
            <a:off x="6926771" y="4347392"/>
            <a:ext cx="3734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eg0036"/>
          <p:cNvSpPr/>
          <p:nvPr/>
        </p:nvSpPr>
        <p:spPr>
          <a:xfrm rot="5940376">
            <a:off x="6911544" y="4400513"/>
            <a:ext cx="835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eg0037"/>
          <p:cNvSpPr/>
          <p:nvPr/>
        </p:nvSpPr>
        <p:spPr>
          <a:xfrm rot="21500868">
            <a:off x="6491420" y="4448341"/>
            <a:ext cx="45545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eg0038"/>
          <p:cNvSpPr/>
          <p:nvPr/>
        </p:nvSpPr>
        <p:spPr>
          <a:xfrm rot="16129148">
            <a:off x="6439636" y="4404086"/>
            <a:ext cx="1016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eg0039"/>
          <p:cNvSpPr/>
          <p:nvPr/>
        </p:nvSpPr>
        <p:spPr>
          <a:xfrm rot="11548578">
            <a:off x="6418528" y="4345517"/>
            <a:ext cx="717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eg0040"/>
          <p:cNvSpPr/>
          <p:nvPr/>
        </p:nvSpPr>
        <p:spPr>
          <a:xfrm rot="16231017">
            <a:off x="6252395" y="4169274"/>
            <a:ext cx="3370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eg0041"/>
          <p:cNvSpPr/>
          <p:nvPr/>
        </p:nvSpPr>
        <p:spPr>
          <a:xfrm rot="15689399">
            <a:off x="6299505" y="3894893"/>
            <a:ext cx="21413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eg0042"/>
          <p:cNvSpPr/>
          <p:nvPr/>
        </p:nvSpPr>
        <p:spPr>
          <a:xfrm rot="950423">
            <a:off x="2270666" y="2233269"/>
            <a:ext cx="5907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eg0043"/>
          <p:cNvSpPr/>
          <p:nvPr/>
        </p:nvSpPr>
        <p:spPr>
          <a:xfrm rot="17068153">
            <a:off x="2491207" y="2591986"/>
            <a:ext cx="5744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eg0044"/>
          <p:cNvSpPr/>
          <p:nvPr/>
        </p:nvSpPr>
        <p:spPr>
          <a:xfrm rot="14183783">
            <a:off x="2458096" y="3333670"/>
            <a:ext cx="11132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eg0045"/>
          <p:cNvSpPr/>
          <p:nvPr/>
        </p:nvSpPr>
        <p:spPr>
          <a:xfrm rot="4258609">
            <a:off x="3270816" y="3870099"/>
            <a:ext cx="1540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eg0046"/>
          <p:cNvSpPr/>
          <p:nvPr/>
        </p:nvSpPr>
        <p:spPr>
          <a:xfrm rot="5208272">
            <a:off x="3188097" y="4158128"/>
            <a:ext cx="12874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eg0047"/>
          <p:cNvSpPr/>
          <p:nvPr/>
        </p:nvSpPr>
        <p:spPr>
          <a:xfrm rot="11170481">
            <a:off x="2841174" y="4200023"/>
            <a:ext cx="4160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eg0048"/>
          <p:cNvSpPr/>
          <p:nvPr/>
        </p:nvSpPr>
        <p:spPr>
          <a:xfrm rot="15734617">
            <a:off x="2754108" y="4100581"/>
            <a:ext cx="1555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g0049"/>
          <p:cNvSpPr/>
          <p:nvPr/>
        </p:nvSpPr>
        <p:spPr>
          <a:xfrm rot="13899450">
            <a:off x="2705407" y="3967378"/>
            <a:ext cx="1431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eg0050"/>
          <p:cNvSpPr/>
          <p:nvPr/>
        </p:nvSpPr>
        <p:spPr>
          <a:xfrm rot="11208789">
            <a:off x="2696373" y="3909084"/>
            <a:ext cx="3633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eg0051"/>
          <p:cNvSpPr/>
          <p:nvPr/>
        </p:nvSpPr>
        <p:spPr>
          <a:xfrm rot="15657156">
            <a:off x="2660344" y="3876073"/>
            <a:ext cx="624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eg0052"/>
          <p:cNvSpPr/>
          <p:nvPr/>
        </p:nvSpPr>
        <p:spPr>
          <a:xfrm rot="12292654">
            <a:off x="2587741" y="3823396"/>
            <a:ext cx="10374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eg0053"/>
          <p:cNvSpPr/>
          <p:nvPr/>
        </p:nvSpPr>
        <p:spPr>
          <a:xfrm rot="14296439">
            <a:off x="2536263" y="3770195"/>
            <a:ext cx="737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eg0054"/>
          <p:cNvSpPr/>
          <p:nvPr/>
        </p:nvSpPr>
        <p:spPr>
          <a:xfrm rot="11820710">
            <a:off x="2414470" y="3717985"/>
            <a:ext cx="1424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eg0055"/>
          <p:cNvSpPr/>
          <p:nvPr/>
        </p:nvSpPr>
        <p:spPr>
          <a:xfrm rot="14254528">
            <a:off x="2389094" y="3681499"/>
            <a:ext cx="370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eg0056"/>
          <p:cNvSpPr/>
          <p:nvPr/>
        </p:nvSpPr>
        <p:spPr>
          <a:xfrm rot="17178834">
            <a:off x="2361824" y="3617967"/>
            <a:ext cx="997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eg0057"/>
          <p:cNvSpPr/>
          <p:nvPr/>
        </p:nvSpPr>
        <p:spPr>
          <a:xfrm rot="14732665">
            <a:off x="2211465" y="3432160"/>
            <a:ext cx="30305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eg0058"/>
          <p:cNvSpPr/>
          <p:nvPr/>
        </p:nvSpPr>
        <p:spPr>
          <a:xfrm rot="17737313">
            <a:off x="2273302" y="3251400"/>
            <a:ext cx="949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g0059"/>
          <p:cNvSpPr/>
          <p:nvPr/>
        </p:nvSpPr>
        <p:spPr>
          <a:xfrm rot="14240982">
            <a:off x="2243868" y="3155263"/>
            <a:ext cx="1266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eg0060"/>
          <p:cNvSpPr/>
          <p:nvPr/>
        </p:nvSpPr>
        <p:spPr>
          <a:xfrm rot="17187456">
            <a:off x="2210483" y="3018266"/>
            <a:ext cx="17452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eg0061"/>
          <p:cNvSpPr/>
          <p:nvPr/>
        </p:nvSpPr>
        <p:spPr>
          <a:xfrm rot="7506781">
            <a:off x="2287404" y="2952787"/>
            <a:ext cx="4452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eg0062"/>
          <p:cNvSpPr/>
          <p:nvPr/>
        </p:nvSpPr>
        <p:spPr>
          <a:xfrm rot="12751966">
            <a:off x="2235183" y="2953000"/>
            <a:ext cx="669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eg0063"/>
          <p:cNvSpPr/>
          <p:nvPr/>
        </p:nvSpPr>
        <p:spPr>
          <a:xfrm rot="16020081">
            <a:off x="2195306" y="2892178"/>
            <a:ext cx="857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eg0064"/>
          <p:cNvSpPr/>
          <p:nvPr/>
        </p:nvSpPr>
        <p:spPr>
          <a:xfrm rot="14628920">
            <a:off x="2141079" y="2790285"/>
            <a:ext cx="1316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eg0065"/>
          <p:cNvSpPr/>
          <p:nvPr/>
        </p:nvSpPr>
        <p:spPr>
          <a:xfrm rot="16864292">
            <a:off x="2109589" y="2648296"/>
            <a:ext cx="1689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eg0066"/>
          <p:cNvSpPr/>
          <p:nvPr/>
        </p:nvSpPr>
        <p:spPr>
          <a:xfrm rot="14704374">
            <a:off x="2132094" y="2515478"/>
            <a:ext cx="1100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eg0067"/>
          <p:cNvSpPr/>
          <p:nvPr/>
        </p:nvSpPr>
        <p:spPr>
          <a:xfrm rot="17852517">
            <a:off x="2101924" y="2363319"/>
            <a:ext cx="2306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eg0068"/>
          <p:cNvSpPr/>
          <p:nvPr/>
        </p:nvSpPr>
        <p:spPr>
          <a:xfrm rot="16556946">
            <a:off x="2221736" y="2206853"/>
            <a:ext cx="1089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eg0069"/>
          <p:cNvSpPr/>
          <p:nvPr/>
        </p:nvSpPr>
        <p:spPr>
          <a:xfrm rot="341835">
            <a:off x="4328178" y="2849852"/>
            <a:ext cx="99485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eg0070"/>
          <p:cNvSpPr/>
          <p:nvPr/>
        </p:nvSpPr>
        <p:spPr>
          <a:xfrm rot="5611612">
            <a:off x="4912279" y="3283143"/>
            <a:ext cx="7692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eg0071"/>
          <p:cNvSpPr/>
          <p:nvPr/>
        </p:nvSpPr>
        <p:spPr>
          <a:xfrm rot="11148595">
            <a:off x="4223758" y="3613797"/>
            <a:ext cx="10522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eg0072"/>
          <p:cNvSpPr/>
          <p:nvPr/>
        </p:nvSpPr>
        <p:spPr>
          <a:xfrm rot="5868258">
            <a:off x="3894960" y="3180506"/>
            <a:ext cx="7671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eg0073"/>
          <p:cNvSpPr/>
          <p:nvPr/>
        </p:nvSpPr>
        <p:spPr>
          <a:xfrm rot="20831358">
            <a:off x="9304490" y="2328044"/>
            <a:ext cx="2365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eg0074"/>
          <p:cNvSpPr/>
          <p:nvPr/>
        </p:nvSpPr>
        <p:spPr>
          <a:xfrm rot="4524656">
            <a:off x="9494535" y="2358158"/>
            <a:ext cx="1164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eg0075"/>
          <p:cNvSpPr/>
          <p:nvPr/>
        </p:nvSpPr>
        <p:spPr>
          <a:xfrm rot="9396594">
            <a:off x="9415290" y="2445984"/>
            <a:ext cx="15864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eg0076"/>
          <p:cNvSpPr/>
          <p:nvPr/>
        </p:nvSpPr>
        <p:spPr>
          <a:xfrm rot="8297635">
            <a:off x="9316413" y="2517621"/>
            <a:ext cx="1206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eg0077"/>
          <p:cNvSpPr/>
          <p:nvPr/>
        </p:nvSpPr>
        <p:spPr>
          <a:xfrm rot="13913082">
            <a:off x="9312091" y="2548226"/>
            <a:ext cx="2425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eg0078"/>
          <p:cNvSpPr/>
          <p:nvPr/>
        </p:nvSpPr>
        <p:spPr>
          <a:xfrm rot="8132170">
            <a:off x="9310892" y="2524394"/>
            <a:ext cx="4080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eg0079"/>
          <p:cNvSpPr/>
          <p:nvPr/>
        </p:nvSpPr>
        <p:spPr>
          <a:xfrm rot="15369034">
            <a:off x="9246393" y="2432186"/>
            <a:ext cx="1605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eg0080"/>
          <p:cNvSpPr/>
          <p:nvPr/>
        </p:nvSpPr>
        <p:spPr>
          <a:xfrm rot="5918868">
            <a:off x="9095845" y="2870412"/>
            <a:ext cx="709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eg0081"/>
          <p:cNvSpPr/>
          <p:nvPr/>
        </p:nvSpPr>
        <p:spPr>
          <a:xfrm rot="3313033">
            <a:off x="9081071" y="2991323"/>
            <a:ext cx="20906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eg0082"/>
          <p:cNvSpPr/>
          <p:nvPr/>
        </p:nvSpPr>
        <p:spPr>
          <a:xfrm rot="20929678">
            <a:off x="9150849" y="3086410"/>
            <a:ext cx="952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g0083"/>
          <p:cNvSpPr/>
          <p:nvPr/>
        </p:nvSpPr>
        <p:spPr>
          <a:xfrm rot="4473919">
            <a:off x="8998465" y="2978942"/>
            <a:ext cx="24213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eg0084"/>
          <p:cNvSpPr/>
          <p:nvPr/>
        </p:nvSpPr>
        <p:spPr>
          <a:xfrm rot="19884436">
            <a:off x="9083885" y="2848799"/>
            <a:ext cx="561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eg0085"/>
          <p:cNvSpPr/>
          <p:nvPr/>
        </p:nvSpPr>
        <p:spPr>
          <a:xfrm rot="3683817">
            <a:off x="7947847" y="4766047"/>
            <a:ext cx="596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eg0086"/>
          <p:cNvSpPr/>
          <p:nvPr/>
        </p:nvSpPr>
        <p:spPr>
          <a:xfrm rot="10564755">
            <a:off x="7991443" y="4777417"/>
            <a:ext cx="43334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eg0087"/>
          <p:cNvSpPr/>
          <p:nvPr/>
        </p:nvSpPr>
        <p:spPr>
          <a:xfrm rot="4228223">
            <a:off x="8410474" y="4782146"/>
            <a:ext cx="414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eg0088"/>
          <p:cNvSpPr/>
          <p:nvPr/>
        </p:nvSpPr>
        <p:spPr>
          <a:xfrm rot="16999506">
            <a:off x="8400975" y="4754690"/>
            <a:ext cx="9660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eg0089"/>
          <p:cNvSpPr/>
          <p:nvPr/>
        </p:nvSpPr>
        <p:spPr>
          <a:xfrm rot="11220408">
            <a:off x="8460091" y="4712887"/>
            <a:ext cx="8523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eg0090"/>
          <p:cNvSpPr/>
          <p:nvPr/>
        </p:nvSpPr>
        <p:spPr>
          <a:xfrm rot="4276990">
            <a:off x="8484629" y="4802295"/>
            <a:ext cx="1778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eg0091"/>
          <p:cNvSpPr/>
          <p:nvPr/>
        </p:nvSpPr>
        <p:spPr>
          <a:xfrm rot="3302389">
            <a:off x="8542351" y="5001127"/>
            <a:ext cx="27972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eg0092"/>
          <p:cNvSpPr/>
          <p:nvPr/>
        </p:nvSpPr>
        <p:spPr>
          <a:xfrm rot="5203248">
            <a:off x="8729382" y="5150663"/>
            <a:ext cx="699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eg0093"/>
          <p:cNvSpPr/>
          <p:nvPr/>
        </p:nvSpPr>
        <p:spPr>
          <a:xfrm rot="3611814">
            <a:off x="8700508" y="5299173"/>
            <a:ext cx="2618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eg0094"/>
          <p:cNvSpPr/>
          <p:nvPr/>
        </p:nvSpPr>
        <p:spPr>
          <a:xfrm rot="5164429">
            <a:off x="8803218" y="5512657"/>
            <a:ext cx="2002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eg0095"/>
          <p:cNvSpPr/>
          <p:nvPr/>
        </p:nvSpPr>
        <p:spPr>
          <a:xfrm rot="6681360">
            <a:off x="8829218" y="5667829"/>
            <a:ext cx="1187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eg0096"/>
          <p:cNvSpPr/>
          <p:nvPr/>
        </p:nvSpPr>
        <p:spPr>
          <a:xfrm rot="9762988">
            <a:off x="8767183" y="5738279"/>
            <a:ext cx="1020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eg0097"/>
          <p:cNvSpPr/>
          <p:nvPr/>
        </p:nvSpPr>
        <p:spPr>
          <a:xfrm rot="14476350">
            <a:off x="8665742" y="5691999"/>
            <a:ext cx="1401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eg0098"/>
          <p:cNvSpPr/>
          <p:nvPr/>
        </p:nvSpPr>
        <p:spPr>
          <a:xfrm rot="10525432">
            <a:off x="8645306" y="5632826"/>
            <a:ext cx="569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eg0099"/>
          <p:cNvSpPr/>
          <p:nvPr/>
        </p:nvSpPr>
        <p:spPr>
          <a:xfrm rot="14585578">
            <a:off x="8496009" y="5543385"/>
            <a:ext cx="2056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eg0100"/>
          <p:cNvSpPr/>
          <p:nvPr/>
        </p:nvSpPr>
        <p:spPr>
          <a:xfrm rot="8211448">
            <a:off x="8517834" y="5465305"/>
            <a:ext cx="3986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eg0101"/>
          <p:cNvSpPr/>
          <p:nvPr/>
        </p:nvSpPr>
        <p:spPr>
          <a:xfrm rot="13882042">
            <a:off x="8402291" y="5420778"/>
            <a:ext cx="1489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eg0102"/>
          <p:cNvSpPr/>
          <p:nvPr/>
        </p:nvSpPr>
        <p:spPr>
          <a:xfrm rot="17750885">
            <a:off x="8404536" y="5321573"/>
            <a:ext cx="9121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eg0103"/>
          <p:cNvSpPr/>
          <p:nvPr/>
        </p:nvSpPr>
        <p:spPr>
          <a:xfrm rot="8708004">
            <a:off x="8413444" y="5298297"/>
            <a:ext cx="621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eg0104"/>
          <p:cNvSpPr/>
          <p:nvPr/>
        </p:nvSpPr>
        <p:spPr>
          <a:xfrm rot="13877742">
            <a:off x="8383734" y="5299121"/>
            <a:ext cx="434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eg0105"/>
          <p:cNvSpPr/>
          <p:nvPr/>
        </p:nvSpPr>
        <p:spPr>
          <a:xfrm rot="16344994">
            <a:off x="8299342" y="5185661"/>
            <a:ext cx="1932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eg0106"/>
          <p:cNvSpPr/>
          <p:nvPr/>
        </p:nvSpPr>
        <p:spPr>
          <a:xfrm rot="13270063">
            <a:off x="8179774" y="5006434"/>
            <a:ext cx="2513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g0107"/>
          <p:cNvSpPr/>
          <p:nvPr/>
        </p:nvSpPr>
        <p:spPr>
          <a:xfrm rot="12368267">
            <a:off x="8139117" y="4907072"/>
            <a:ext cx="7558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eg0108"/>
          <p:cNvSpPr/>
          <p:nvPr/>
        </p:nvSpPr>
        <p:spPr>
          <a:xfrm rot="9190375">
            <a:off x="7929621" y="4941307"/>
            <a:ext cx="22549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eg0109"/>
          <p:cNvSpPr/>
          <p:nvPr/>
        </p:nvSpPr>
        <p:spPr>
          <a:xfrm rot="14704615">
            <a:off x="7907400" y="4970270"/>
            <a:ext cx="4834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eg0110"/>
          <p:cNvSpPr/>
          <p:nvPr/>
        </p:nvSpPr>
        <p:spPr>
          <a:xfrm rot="12155792">
            <a:off x="7760715" y="4916251"/>
            <a:ext cx="16708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eg0111"/>
          <p:cNvSpPr/>
          <p:nvPr/>
        </p:nvSpPr>
        <p:spPr>
          <a:xfrm rot="10202854">
            <a:off x="7567970" y="4901492"/>
            <a:ext cx="2006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eg0112"/>
          <p:cNvSpPr/>
          <p:nvPr/>
        </p:nvSpPr>
        <p:spPr>
          <a:xfrm rot="18331898">
            <a:off x="7561702" y="4903721"/>
            <a:ext cx="371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eg0113"/>
          <p:cNvSpPr/>
          <p:nvPr/>
        </p:nvSpPr>
        <p:spPr>
          <a:xfrm rot="17556116">
            <a:off x="8116563" y="3976183"/>
            <a:ext cx="705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eg0114"/>
          <p:cNvSpPr/>
          <p:nvPr/>
        </p:nvSpPr>
        <p:spPr>
          <a:xfrm rot="12077437">
            <a:off x="8135619" y="4022864"/>
            <a:ext cx="778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eg0115"/>
          <p:cNvSpPr/>
          <p:nvPr/>
        </p:nvSpPr>
        <p:spPr>
          <a:xfrm rot="14076612">
            <a:off x="8186151" y="4084676"/>
            <a:ext cx="1169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eg0116"/>
          <p:cNvSpPr/>
          <p:nvPr/>
        </p:nvSpPr>
        <p:spPr>
          <a:xfrm rot="13113036">
            <a:off x="8251800" y="4208768"/>
            <a:ext cx="2452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eg0117"/>
          <p:cNvSpPr/>
          <p:nvPr/>
        </p:nvSpPr>
        <p:spPr>
          <a:xfrm rot="14496023">
            <a:off x="8423096" y="4364336"/>
            <a:ext cx="1799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eg0118"/>
          <p:cNvSpPr/>
          <p:nvPr/>
        </p:nvSpPr>
        <p:spPr>
          <a:xfrm rot="11722657">
            <a:off x="8555164" y="4448866"/>
            <a:ext cx="404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eg0119"/>
          <p:cNvSpPr/>
          <p:nvPr/>
        </p:nvSpPr>
        <p:spPr>
          <a:xfrm rot="6413021">
            <a:off x="8472025" y="4545373"/>
            <a:ext cx="1904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eg0120"/>
          <p:cNvSpPr/>
          <p:nvPr/>
        </p:nvSpPr>
        <p:spPr>
          <a:xfrm rot="5172683">
            <a:off x="8501431" y="4677299"/>
            <a:ext cx="817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eg0121"/>
          <p:cNvSpPr/>
          <p:nvPr/>
        </p:nvSpPr>
        <p:spPr>
          <a:xfrm rot="5510598">
            <a:off x="8413887" y="4752737"/>
            <a:ext cx="901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eg0122"/>
          <p:cNvSpPr/>
          <p:nvPr/>
        </p:nvSpPr>
        <p:spPr>
          <a:xfrm rot="13598164">
            <a:off x="8416696" y="4780194"/>
            <a:ext cx="483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eg0123"/>
          <p:cNvSpPr/>
          <p:nvPr/>
        </p:nvSpPr>
        <p:spPr>
          <a:xfrm rot="14576766">
            <a:off x="7908465" y="4741126"/>
            <a:ext cx="11477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eg0124"/>
          <p:cNvSpPr/>
          <p:nvPr/>
        </p:nvSpPr>
        <p:spPr>
          <a:xfrm rot="15665766">
            <a:off x="7877530" y="4636789"/>
            <a:ext cx="10776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eg0125"/>
          <p:cNvSpPr/>
          <p:nvPr/>
        </p:nvSpPr>
        <p:spPr>
          <a:xfrm rot="21150824">
            <a:off x="7781399" y="3968748"/>
            <a:ext cx="38562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eg0126"/>
          <p:cNvSpPr/>
          <p:nvPr/>
        </p:nvSpPr>
        <p:spPr>
          <a:xfrm rot="16925123">
            <a:off x="3552020" y="1234560"/>
            <a:ext cx="1926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eg0127"/>
          <p:cNvSpPr/>
          <p:nvPr/>
        </p:nvSpPr>
        <p:spPr>
          <a:xfrm rot="15594615">
            <a:off x="3581732" y="1384231"/>
            <a:ext cx="1126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eg0128"/>
          <p:cNvSpPr/>
          <p:nvPr/>
        </p:nvSpPr>
        <p:spPr>
          <a:xfrm rot="14242023">
            <a:off x="3600330" y="1526697"/>
            <a:ext cx="2066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eg0129"/>
          <p:cNvSpPr/>
          <p:nvPr/>
        </p:nvSpPr>
        <p:spPr>
          <a:xfrm rot="11374162">
            <a:off x="3759094" y="1616864"/>
            <a:ext cx="380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eg0130"/>
          <p:cNvSpPr/>
          <p:nvPr/>
        </p:nvSpPr>
        <p:spPr>
          <a:xfrm rot="17358705">
            <a:off x="3658530" y="1718127"/>
            <a:ext cx="2079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g0131"/>
          <p:cNvSpPr/>
          <p:nvPr/>
        </p:nvSpPr>
        <p:spPr>
          <a:xfrm rot="13555273">
            <a:off x="3722829" y="1828676"/>
            <a:ext cx="346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eg0132"/>
          <p:cNvSpPr/>
          <p:nvPr/>
        </p:nvSpPr>
        <p:spPr>
          <a:xfrm rot="8722712">
            <a:off x="3746403" y="1822490"/>
            <a:ext cx="655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eg0133"/>
          <p:cNvSpPr/>
          <p:nvPr/>
        </p:nvSpPr>
        <p:spPr>
          <a:xfrm rot="13723931">
            <a:off x="3801002" y="1815306"/>
            <a:ext cx="304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eg0134"/>
          <p:cNvSpPr/>
          <p:nvPr/>
        </p:nvSpPr>
        <p:spPr>
          <a:xfrm rot="15731542">
            <a:off x="3762223" y="1900197"/>
            <a:ext cx="14825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eg0135"/>
          <p:cNvSpPr/>
          <p:nvPr/>
        </p:nvSpPr>
        <p:spPr>
          <a:xfrm rot="12756257">
            <a:off x="3842721" y="1986293"/>
            <a:ext cx="469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eg0136"/>
          <p:cNvSpPr/>
          <p:nvPr/>
        </p:nvSpPr>
        <p:spPr>
          <a:xfrm rot="4526515">
            <a:off x="3856295" y="2037337"/>
            <a:ext cx="793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eg0137"/>
          <p:cNvSpPr/>
          <p:nvPr/>
        </p:nvSpPr>
        <p:spPr>
          <a:xfrm rot="8932">
            <a:off x="3905928" y="2075954"/>
            <a:ext cx="1743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Seg0138"/>
          <p:cNvSpPr/>
          <p:nvPr/>
        </p:nvSpPr>
        <p:spPr>
          <a:xfrm rot="19044061">
            <a:off x="4073663" y="2059139"/>
            <a:ext cx="503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eg0139"/>
          <p:cNvSpPr/>
          <p:nvPr/>
        </p:nvSpPr>
        <p:spPr>
          <a:xfrm rot="14305784">
            <a:off x="4100639" y="2072021"/>
            <a:ext cx="702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eg0140"/>
          <p:cNvSpPr/>
          <p:nvPr/>
        </p:nvSpPr>
        <p:spPr>
          <a:xfrm rot="5944256">
            <a:off x="3880383" y="2335465"/>
            <a:ext cx="4729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eg0141"/>
          <p:cNvSpPr/>
          <p:nvPr/>
        </p:nvSpPr>
        <p:spPr>
          <a:xfrm rot="11452419">
            <a:off x="3248372" y="2489876"/>
            <a:ext cx="83873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eg0142"/>
          <p:cNvSpPr/>
          <p:nvPr/>
        </p:nvSpPr>
        <p:spPr>
          <a:xfrm rot="6309420">
            <a:off x="3103470" y="2211546"/>
            <a:ext cx="4127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eg0143"/>
          <p:cNvSpPr/>
          <p:nvPr/>
        </p:nvSpPr>
        <p:spPr>
          <a:xfrm rot="3390333">
            <a:off x="3313498" y="1985279"/>
            <a:ext cx="6487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Seg0144"/>
          <p:cNvSpPr/>
          <p:nvPr/>
        </p:nvSpPr>
        <p:spPr>
          <a:xfrm rot="18405242">
            <a:off x="3276863" y="1856145"/>
            <a:ext cx="25482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eg0145"/>
          <p:cNvSpPr/>
          <p:nvPr/>
        </p:nvSpPr>
        <p:spPr>
          <a:xfrm rot="15180684">
            <a:off x="3377868" y="1678089"/>
            <a:ext cx="1588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Seg0146"/>
          <p:cNvSpPr/>
          <p:nvPr/>
        </p:nvSpPr>
        <p:spPr>
          <a:xfrm rot="16980544">
            <a:off x="3239858" y="1357886"/>
            <a:ext cx="5013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eg0147"/>
          <p:cNvSpPr/>
          <p:nvPr/>
        </p:nvSpPr>
        <p:spPr>
          <a:xfrm rot="742952">
            <a:off x="3545500" y="1127003"/>
            <a:ext cx="1244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Seg0148"/>
          <p:cNvSpPr/>
          <p:nvPr/>
        </p:nvSpPr>
        <p:spPr>
          <a:xfrm rot="10582168">
            <a:off x="6926802" y="2604680"/>
            <a:ext cx="3950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Seg0149"/>
          <p:cNvSpPr/>
          <p:nvPr/>
        </p:nvSpPr>
        <p:spPr>
          <a:xfrm rot="4220938">
            <a:off x="7270052" y="2665128"/>
            <a:ext cx="15493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Seg0150"/>
          <p:cNvSpPr/>
          <p:nvPr/>
        </p:nvSpPr>
        <p:spPr>
          <a:xfrm rot="16011806">
            <a:off x="7143127" y="2981505"/>
            <a:ext cx="4875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eg0151"/>
          <p:cNvSpPr/>
          <p:nvPr/>
        </p:nvSpPr>
        <p:spPr>
          <a:xfrm rot="14958787">
            <a:off x="7375194" y="3261171"/>
            <a:ext cx="774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Seg0152"/>
          <p:cNvSpPr/>
          <p:nvPr/>
        </p:nvSpPr>
        <p:spPr>
          <a:xfrm rot="17982051">
            <a:off x="7339671" y="3348503"/>
            <a:ext cx="11762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eg0153"/>
          <p:cNvSpPr/>
          <p:nvPr/>
        </p:nvSpPr>
        <p:spPr>
          <a:xfrm rot="5494710">
            <a:off x="7290533" y="3476258"/>
            <a:ext cx="1533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Seg0154"/>
          <p:cNvSpPr/>
          <p:nvPr/>
        </p:nvSpPr>
        <p:spPr>
          <a:xfrm rot="20346701">
            <a:off x="7303272" y="3564328"/>
            <a:ext cx="6394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eg0155"/>
          <p:cNvSpPr/>
          <p:nvPr/>
        </p:nvSpPr>
        <p:spPr>
          <a:xfrm rot="16524838">
            <a:off x="7271504" y="3606540"/>
            <a:ext cx="6189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Seg0156"/>
          <p:cNvSpPr/>
          <p:nvPr/>
        </p:nvSpPr>
        <p:spPr>
          <a:xfrm rot="981243">
            <a:off x="7223779" y="3626466"/>
            <a:ext cx="7731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eg0157"/>
          <p:cNvSpPr/>
          <p:nvPr/>
        </p:nvSpPr>
        <p:spPr>
          <a:xfrm rot="7743989">
            <a:off x="7178333" y="3637969"/>
            <a:ext cx="5767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Seg0158"/>
          <p:cNvSpPr/>
          <p:nvPr/>
        </p:nvSpPr>
        <p:spPr>
          <a:xfrm rot="15113723">
            <a:off x="7098767" y="3594928"/>
            <a:ext cx="1376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eg0159"/>
          <p:cNvSpPr/>
          <p:nvPr/>
        </p:nvSpPr>
        <p:spPr>
          <a:xfrm rot="2124127">
            <a:off x="7000845" y="3483103"/>
            <a:ext cx="1601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Seg0160"/>
          <p:cNvSpPr/>
          <p:nvPr/>
        </p:nvSpPr>
        <p:spPr>
          <a:xfrm rot="6193993">
            <a:off x="6966987" y="3375269"/>
            <a:ext cx="1262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eg0161"/>
          <p:cNvSpPr/>
          <p:nvPr/>
        </p:nvSpPr>
        <p:spPr>
          <a:xfrm rot="10802198">
            <a:off x="6974566" y="3313810"/>
            <a:ext cx="6998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Seg0162"/>
          <p:cNvSpPr/>
          <p:nvPr/>
        </p:nvSpPr>
        <p:spPr>
          <a:xfrm rot="15071560">
            <a:off x="6923338" y="3277116"/>
            <a:ext cx="774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eg0163"/>
          <p:cNvSpPr/>
          <p:nvPr/>
        </p:nvSpPr>
        <p:spPr>
          <a:xfrm rot="2469525">
            <a:off x="6835853" y="3197742"/>
            <a:ext cx="1297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Seg0164"/>
          <p:cNvSpPr/>
          <p:nvPr/>
        </p:nvSpPr>
        <p:spPr>
          <a:xfrm rot="15348904">
            <a:off x="6789828" y="3106714"/>
            <a:ext cx="996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eg0165"/>
          <p:cNvSpPr/>
          <p:nvPr/>
        </p:nvSpPr>
        <p:spPr>
          <a:xfrm rot="17863092">
            <a:off x="6786675" y="2990892"/>
            <a:ext cx="15249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eg0166"/>
          <p:cNvSpPr/>
          <p:nvPr/>
        </p:nvSpPr>
        <p:spPr>
          <a:xfrm rot="4797065">
            <a:off x="6842493" y="2876536"/>
            <a:ext cx="951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eg0167"/>
          <p:cNvSpPr/>
          <p:nvPr/>
        </p:nvSpPr>
        <p:spPr>
          <a:xfrm rot="9484464">
            <a:off x="6877996" y="2810153"/>
            <a:ext cx="1045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eg0168"/>
          <p:cNvSpPr/>
          <p:nvPr/>
        </p:nvSpPr>
        <p:spPr>
          <a:xfrm rot="17725453">
            <a:off x="6965111" y="2768991"/>
            <a:ext cx="4791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eg0169"/>
          <p:cNvSpPr/>
          <p:nvPr/>
        </p:nvSpPr>
        <p:spPr>
          <a:xfrm rot="16076158">
            <a:off x="6967842" y="2716954"/>
            <a:ext cx="6083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eg0170"/>
          <p:cNvSpPr/>
          <p:nvPr/>
        </p:nvSpPr>
        <p:spPr>
          <a:xfrm rot="13485206">
            <a:off x="6912920" y="2651871"/>
            <a:ext cx="9852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eg0171"/>
          <p:cNvSpPr/>
          <p:nvPr/>
        </p:nvSpPr>
        <p:spPr>
          <a:xfrm rot="21159453">
            <a:off x="7372004" y="2713638"/>
            <a:ext cx="38258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eg0172"/>
          <p:cNvSpPr/>
          <p:nvPr/>
        </p:nvSpPr>
        <p:spPr>
          <a:xfrm rot="4999993">
            <a:off x="7500970" y="2972419"/>
            <a:ext cx="57031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eg0173"/>
          <p:cNvSpPr/>
          <p:nvPr/>
        </p:nvSpPr>
        <p:spPr>
          <a:xfrm rot="20810546">
            <a:off x="7728971" y="3266057"/>
            <a:ext cx="914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eg0174"/>
          <p:cNvSpPr/>
          <p:nvPr/>
        </p:nvSpPr>
        <p:spPr>
          <a:xfrm rot="15671310">
            <a:off x="7714133" y="3295182"/>
            <a:ext cx="378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eg0175"/>
          <p:cNvSpPr/>
          <p:nvPr/>
        </p:nvSpPr>
        <p:spPr>
          <a:xfrm rot="18207755">
            <a:off x="7624757" y="3373704"/>
            <a:ext cx="1433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eg0176"/>
          <p:cNvSpPr/>
          <p:nvPr/>
        </p:nvSpPr>
        <p:spPr>
          <a:xfrm rot="2387513">
            <a:off x="7607576" y="3415652"/>
            <a:ext cx="558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eg0177"/>
          <p:cNvSpPr/>
          <p:nvPr/>
        </p:nvSpPr>
        <p:spPr>
          <a:xfrm rot="17869095">
            <a:off x="7574235" y="3421797"/>
            <a:ext cx="542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eg0178"/>
          <p:cNvSpPr/>
          <p:nvPr/>
        </p:nvSpPr>
        <p:spPr>
          <a:xfrm rot="563385">
            <a:off x="7544402" y="3442161"/>
            <a:ext cx="446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eg0179"/>
          <p:cNvSpPr/>
          <p:nvPr/>
        </p:nvSpPr>
        <p:spPr>
          <a:xfrm rot="18987816">
            <a:off x="7490315" y="3460240"/>
            <a:ext cx="6305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eg0180"/>
          <p:cNvSpPr/>
          <p:nvPr/>
        </p:nvSpPr>
        <p:spPr>
          <a:xfrm rot="1311117">
            <a:off x="7423230" y="3467334"/>
            <a:ext cx="7858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eg0181"/>
          <p:cNvSpPr/>
          <p:nvPr/>
        </p:nvSpPr>
        <p:spPr>
          <a:xfrm rot="8828242">
            <a:off x="7359969" y="3472198"/>
            <a:ext cx="718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eg0182"/>
          <p:cNvSpPr/>
          <p:nvPr/>
        </p:nvSpPr>
        <p:spPr>
          <a:xfrm rot="16335329">
            <a:off x="7321446" y="3445638"/>
            <a:ext cx="921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eg0183"/>
          <p:cNvSpPr/>
          <p:nvPr/>
        </p:nvSpPr>
        <p:spPr>
          <a:xfrm rot="2685490">
            <a:off x="6807450" y="2455684"/>
            <a:ext cx="637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eg0184"/>
          <p:cNvSpPr/>
          <p:nvPr/>
        </p:nvSpPr>
        <p:spPr>
          <a:xfrm rot="16075426">
            <a:off x="6815505" y="2526245"/>
            <a:ext cx="963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eg0185"/>
          <p:cNvSpPr/>
          <p:nvPr/>
        </p:nvSpPr>
        <p:spPr>
          <a:xfrm rot="1254326">
            <a:off x="6863632" y="2584031"/>
            <a:ext cx="541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eg0186"/>
          <p:cNvSpPr/>
          <p:nvPr/>
        </p:nvSpPr>
        <p:spPr>
          <a:xfrm rot="3206933">
            <a:off x="6886581" y="2652036"/>
            <a:ext cx="1452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eg0187"/>
          <p:cNvSpPr/>
          <p:nvPr/>
        </p:nvSpPr>
        <p:spPr>
          <a:xfrm rot="6387024">
            <a:off x="6948798" y="2750509"/>
            <a:ext cx="8366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eg0188"/>
          <p:cNvSpPr/>
          <p:nvPr/>
        </p:nvSpPr>
        <p:spPr>
          <a:xfrm rot="7146907">
            <a:off x="6807255" y="2976952"/>
            <a:ext cx="1226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eg0189"/>
          <p:cNvSpPr/>
          <p:nvPr/>
        </p:nvSpPr>
        <p:spPr>
          <a:xfrm rot="13356214">
            <a:off x="6783553" y="3008995"/>
            <a:ext cx="635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eg0190"/>
          <p:cNvSpPr/>
          <p:nvPr/>
        </p:nvSpPr>
        <p:spPr>
          <a:xfrm rot="10687302">
            <a:off x="6214566" y="2996945"/>
            <a:ext cx="5775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eg0191"/>
          <p:cNvSpPr/>
          <p:nvPr/>
        </p:nvSpPr>
        <p:spPr>
          <a:xfrm rot="15542863">
            <a:off x="6053834" y="2873672"/>
            <a:ext cx="2704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eg0192"/>
          <p:cNvSpPr/>
          <p:nvPr/>
        </p:nvSpPr>
        <p:spPr>
          <a:xfrm rot="14617620">
            <a:off x="6049933" y="2670578"/>
            <a:ext cx="15706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eg0193"/>
          <p:cNvSpPr/>
          <p:nvPr/>
        </p:nvSpPr>
        <p:spPr>
          <a:xfrm rot="6555098">
            <a:off x="6065385" y="2560510"/>
            <a:ext cx="841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eg0194"/>
          <p:cNvSpPr/>
          <p:nvPr/>
        </p:nvSpPr>
        <p:spPr>
          <a:xfrm rot="4418735">
            <a:off x="6075825" y="2486739"/>
            <a:ext cx="7099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eg0195"/>
          <p:cNvSpPr/>
          <p:nvPr/>
        </p:nvSpPr>
        <p:spPr>
          <a:xfrm rot="21506679">
            <a:off x="6101195" y="2442966"/>
            <a:ext cx="7156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eg0196"/>
          <p:cNvSpPr/>
          <p:nvPr/>
        </p:nvSpPr>
        <p:spPr>
          <a:xfrm rot="10896941">
            <a:off x="5308153" y="3104756"/>
            <a:ext cx="97342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eg0197"/>
          <p:cNvSpPr/>
          <p:nvPr/>
        </p:nvSpPr>
        <p:spPr>
          <a:xfrm rot="1655076">
            <a:off x="6277453" y="3134474"/>
            <a:ext cx="690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eg0198"/>
          <p:cNvSpPr/>
          <p:nvPr/>
        </p:nvSpPr>
        <p:spPr>
          <a:xfrm rot="17981690">
            <a:off x="6294381" y="3178486"/>
            <a:ext cx="645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eg0199"/>
          <p:cNvSpPr/>
          <p:nvPr/>
        </p:nvSpPr>
        <p:spPr>
          <a:xfrm rot="13482260">
            <a:off x="6295710" y="3242851"/>
            <a:ext cx="1033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eg0200"/>
          <p:cNvSpPr/>
          <p:nvPr/>
        </p:nvSpPr>
        <p:spPr>
          <a:xfrm rot="5356586">
            <a:off x="6179620" y="3486281"/>
            <a:ext cx="4142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eg0201"/>
          <p:cNvSpPr/>
          <p:nvPr/>
        </p:nvSpPr>
        <p:spPr>
          <a:xfrm rot="10881028">
            <a:off x="5273102" y="3680209"/>
            <a:ext cx="11163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eg0202"/>
          <p:cNvSpPr/>
          <p:nvPr/>
        </p:nvSpPr>
        <p:spPr>
          <a:xfrm rot="16409161">
            <a:off x="5002258" y="3379044"/>
            <a:ext cx="5770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eg0203"/>
          <p:cNvSpPr/>
          <p:nvPr/>
        </p:nvSpPr>
        <p:spPr>
          <a:xfrm rot="11750517">
            <a:off x="7904050" y="3252612"/>
            <a:ext cx="857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eg0204"/>
          <p:cNvSpPr/>
          <p:nvPr/>
        </p:nvSpPr>
        <p:spPr>
          <a:xfrm rot="9632935">
            <a:off x="7984758" y="3244602"/>
            <a:ext cx="1183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eg0205"/>
          <p:cNvSpPr/>
          <p:nvPr/>
        </p:nvSpPr>
        <p:spPr>
          <a:xfrm rot="3725821">
            <a:off x="8054850" y="3299483"/>
            <a:ext cx="16880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eg0206"/>
          <p:cNvSpPr/>
          <p:nvPr/>
        </p:nvSpPr>
        <p:spPr>
          <a:xfrm rot="2126765">
            <a:off x="8168608" y="3405819"/>
            <a:ext cx="1094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eg0207"/>
          <p:cNvSpPr/>
          <p:nvPr/>
        </p:nvSpPr>
        <p:spPr>
          <a:xfrm rot="18650959">
            <a:off x="8075961" y="3525358"/>
            <a:ext cx="2321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eg0208"/>
          <p:cNvSpPr/>
          <p:nvPr/>
        </p:nvSpPr>
        <p:spPr>
          <a:xfrm rot="9142091">
            <a:off x="8032249" y="3633775"/>
            <a:ext cx="8893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eg0209"/>
          <p:cNvSpPr/>
          <p:nvPr/>
        </p:nvSpPr>
        <p:spPr>
          <a:xfrm rot="10526719">
            <a:off x="7376134" y="3680692"/>
            <a:ext cx="66223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eg0210"/>
          <p:cNvSpPr/>
          <p:nvPr/>
        </p:nvSpPr>
        <p:spPr>
          <a:xfrm rot="15667122">
            <a:off x="7362477" y="3724164"/>
            <a:ext cx="347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eg0211"/>
          <p:cNvSpPr/>
          <p:nvPr/>
        </p:nvSpPr>
        <p:spPr>
          <a:xfrm rot="10537287">
            <a:off x="7176418" y="3749223"/>
            <a:ext cx="2064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eg0212"/>
          <p:cNvSpPr/>
          <p:nvPr/>
        </p:nvSpPr>
        <p:spPr>
          <a:xfrm rot="19725458">
            <a:off x="7174220" y="3748163"/>
            <a:ext cx="344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eg0213"/>
          <p:cNvSpPr/>
          <p:nvPr/>
        </p:nvSpPr>
        <p:spPr>
          <a:xfrm rot="16728214">
            <a:off x="7153210" y="3677402"/>
            <a:ext cx="1251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eg0214"/>
          <p:cNvSpPr/>
          <p:nvPr/>
        </p:nvSpPr>
        <p:spPr>
          <a:xfrm rot="14568455">
            <a:off x="7338603" y="3536740"/>
            <a:ext cx="363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eg0215"/>
          <p:cNvSpPr/>
          <p:nvPr/>
        </p:nvSpPr>
        <p:spPr>
          <a:xfrm rot="18100340">
            <a:off x="7335137" y="3496632"/>
            <a:ext cx="562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eg0216"/>
          <p:cNvSpPr/>
          <p:nvPr/>
        </p:nvSpPr>
        <p:spPr>
          <a:xfrm rot="20243997">
            <a:off x="7376003" y="3462710"/>
            <a:ext cx="5204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eg0217"/>
          <p:cNvSpPr/>
          <p:nvPr/>
        </p:nvSpPr>
        <p:spPr>
          <a:xfrm rot="15750227">
            <a:off x="7784767" y="3225421"/>
            <a:ext cx="6097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eg0218"/>
          <p:cNvSpPr/>
          <p:nvPr/>
        </p:nvSpPr>
        <p:spPr>
          <a:xfrm rot="10388611">
            <a:off x="7811076" y="3191852"/>
            <a:ext cx="560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eg0219"/>
          <p:cNvSpPr/>
          <p:nvPr/>
        </p:nvSpPr>
        <p:spPr>
          <a:xfrm rot="14009599">
            <a:off x="7853685" y="3214711"/>
            <a:ext cx="651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eg0220"/>
          <p:cNvSpPr/>
          <p:nvPr/>
        </p:nvSpPr>
        <p:spPr>
          <a:xfrm rot="4569202">
            <a:off x="6888789" y="4515797"/>
            <a:ext cx="1524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eg0221"/>
          <p:cNvSpPr/>
          <p:nvPr/>
        </p:nvSpPr>
        <p:spPr>
          <a:xfrm rot="18246005">
            <a:off x="6876006" y="4646732"/>
            <a:ext cx="1374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eg0222"/>
          <p:cNvSpPr/>
          <p:nvPr/>
        </p:nvSpPr>
        <p:spPr>
          <a:xfrm rot="16650866">
            <a:off x="6835377" y="4765744"/>
            <a:ext cx="12527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eg0223"/>
          <p:cNvSpPr/>
          <p:nvPr/>
        </p:nvSpPr>
        <p:spPr>
          <a:xfrm rot="10608009">
            <a:off x="6889582" y="4819276"/>
            <a:ext cx="3069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eg0224"/>
          <p:cNvSpPr/>
          <p:nvPr/>
        </p:nvSpPr>
        <p:spPr>
          <a:xfrm rot="16837789">
            <a:off x="7157990" y="4842485"/>
            <a:ext cx="6466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eg0225"/>
          <p:cNvSpPr/>
          <p:nvPr/>
        </p:nvSpPr>
        <p:spPr>
          <a:xfrm rot="14192109">
            <a:off x="7160395" y="4918822"/>
            <a:ext cx="10683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eg0226"/>
          <p:cNvSpPr/>
          <p:nvPr/>
        </p:nvSpPr>
        <p:spPr>
          <a:xfrm rot="8132301">
            <a:off x="7184315" y="4987479"/>
            <a:ext cx="688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eg0227"/>
          <p:cNvSpPr/>
          <p:nvPr/>
        </p:nvSpPr>
        <p:spPr>
          <a:xfrm rot="822570">
            <a:off x="7193571" y="5016503"/>
            <a:ext cx="415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eg0228"/>
          <p:cNvSpPr/>
          <p:nvPr/>
        </p:nvSpPr>
        <p:spPr>
          <a:xfrm rot="17738494">
            <a:off x="7224721" y="5005775"/>
            <a:ext cx="3473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eg0229"/>
          <p:cNvSpPr/>
          <p:nvPr/>
        </p:nvSpPr>
        <p:spPr>
          <a:xfrm rot="2246887">
            <a:off x="7244898" y="5004003"/>
            <a:ext cx="4567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eg0230"/>
          <p:cNvSpPr/>
          <p:nvPr/>
        </p:nvSpPr>
        <p:spPr>
          <a:xfrm rot="7157094">
            <a:off x="7255240" y="5035823"/>
            <a:ext cx="411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eg0231"/>
          <p:cNvSpPr/>
          <p:nvPr/>
        </p:nvSpPr>
        <p:spPr>
          <a:xfrm rot="11418157">
            <a:off x="7227835" y="5050341"/>
            <a:ext cx="3821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eg0232"/>
          <p:cNvSpPr/>
          <p:nvPr/>
        </p:nvSpPr>
        <p:spPr>
          <a:xfrm rot="5789486">
            <a:off x="7202813" y="5069535"/>
            <a:ext cx="455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eg0233"/>
          <p:cNvSpPr/>
          <p:nvPr/>
        </p:nvSpPr>
        <p:spPr>
          <a:xfrm rot="1489823">
            <a:off x="7216914" y="5119781"/>
            <a:ext cx="13161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eg0234"/>
          <p:cNvSpPr/>
          <p:nvPr/>
        </p:nvSpPr>
        <p:spPr>
          <a:xfrm rot="7508703">
            <a:off x="7309611" y="5164456"/>
            <a:ext cx="416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eg0235"/>
          <p:cNvSpPr/>
          <p:nvPr/>
        </p:nvSpPr>
        <p:spPr>
          <a:xfrm rot="12156521">
            <a:off x="7195251" y="5156867"/>
            <a:ext cx="12812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eg0236"/>
          <p:cNvSpPr/>
          <p:nvPr/>
        </p:nvSpPr>
        <p:spPr>
          <a:xfrm rot="15977600">
            <a:off x="7182998" y="5116140"/>
            <a:ext cx="3226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eg0237"/>
          <p:cNvSpPr/>
          <p:nvPr/>
        </p:nvSpPr>
        <p:spPr>
          <a:xfrm rot="7209185">
            <a:off x="7141657" y="5132520"/>
            <a:ext cx="751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eg0238"/>
          <p:cNvSpPr/>
          <p:nvPr/>
        </p:nvSpPr>
        <p:spPr>
          <a:xfrm rot="11681340">
            <a:off x="7081312" y="5154813"/>
            <a:ext cx="803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eg0239"/>
          <p:cNvSpPr/>
          <p:nvPr/>
        </p:nvSpPr>
        <p:spPr>
          <a:xfrm rot="7982084">
            <a:off x="7037071" y="5164416"/>
            <a:ext cx="541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eg0240"/>
          <p:cNvSpPr/>
          <p:nvPr/>
        </p:nvSpPr>
        <p:spPr>
          <a:xfrm rot="12931250">
            <a:off x="6837101" y="5117402"/>
            <a:ext cx="2299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eg0241"/>
          <p:cNvSpPr/>
          <p:nvPr/>
        </p:nvSpPr>
        <p:spPr>
          <a:xfrm rot="8291934">
            <a:off x="6779819" y="5080643"/>
            <a:ext cx="901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eg0242"/>
          <p:cNvSpPr/>
          <p:nvPr/>
        </p:nvSpPr>
        <p:spPr>
          <a:xfrm rot="11695727">
            <a:off x="6636120" y="5090358"/>
            <a:ext cx="15783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eg0243"/>
          <p:cNvSpPr/>
          <p:nvPr/>
        </p:nvSpPr>
        <p:spPr>
          <a:xfrm rot="10149626">
            <a:off x="6537134" y="5079672"/>
            <a:ext cx="1025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eg0244"/>
          <p:cNvSpPr/>
          <p:nvPr/>
        </p:nvSpPr>
        <p:spPr>
          <a:xfrm rot="6044469">
            <a:off x="6439106" y="4969839"/>
            <a:ext cx="2432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eg0245"/>
          <p:cNvSpPr/>
          <p:nvPr/>
        </p:nvSpPr>
        <p:spPr>
          <a:xfrm rot="3975741">
            <a:off x="6430374" y="4750502"/>
            <a:ext cx="2181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Seg0246"/>
          <p:cNvSpPr/>
          <p:nvPr/>
        </p:nvSpPr>
        <p:spPr>
          <a:xfrm rot="16129148">
            <a:off x="6395645" y="4552774"/>
            <a:ext cx="1957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Seg0247"/>
          <p:cNvSpPr/>
          <p:nvPr/>
        </p:nvSpPr>
        <p:spPr>
          <a:xfrm rot="2470186">
            <a:off x="9577118" y="2049716"/>
            <a:ext cx="6538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Seg0248"/>
          <p:cNvSpPr/>
          <p:nvPr/>
        </p:nvSpPr>
        <p:spPr>
          <a:xfrm rot="4353274">
            <a:off x="9342065" y="1849743"/>
            <a:ext cx="37411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eg0249"/>
          <p:cNvSpPr/>
          <p:nvPr/>
        </p:nvSpPr>
        <p:spPr>
          <a:xfrm rot="18190411">
            <a:off x="9444994" y="1619444"/>
            <a:ext cx="1238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eg0250"/>
          <p:cNvSpPr/>
          <p:nvPr/>
        </p:nvSpPr>
        <p:spPr>
          <a:xfrm rot="16211138">
            <a:off x="9446686" y="1473150"/>
            <a:ext cx="1888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eg0251"/>
          <p:cNvSpPr/>
          <p:nvPr/>
        </p:nvSpPr>
        <p:spPr>
          <a:xfrm rot="17327977">
            <a:off x="9481653" y="1295192"/>
            <a:ext cx="17643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eg0252"/>
          <p:cNvSpPr/>
          <p:nvPr/>
        </p:nvSpPr>
        <p:spPr>
          <a:xfrm rot="2152577">
            <a:off x="9591828" y="1231666"/>
            <a:ext cx="682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eg0253"/>
          <p:cNvSpPr/>
          <p:nvPr/>
        </p:nvSpPr>
        <p:spPr>
          <a:xfrm rot="19316911">
            <a:off x="9643659" y="1222939"/>
            <a:ext cx="931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eg0254"/>
          <p:cNvSpPr/>
          <p:nvPr/>
        </p:nvSpPr>
        <p:spPr>
          <a:xfrm rot="1604877">
            <a:off x="9722664" y="1212130"/>
            <a:ext cx="795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eg0255"/>
          <p:cNvSpPr/>
          <p:nvPr/>
        </p:nvSpPr>
        <p:spPr>
          <a:xfrm rot="4398617">
            <a:off x="9703958" y="1356356"/>
            <a:ext cx="26375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eg0256"/>
          <p:cNvSpPr/>
          <p:nvPr/>
        </p:nvSpPr>
        <p:spPr>
          <a:xfrm rot="21559669">
            <a:off x="9873709" y="1482398"/>
            <a:ext cx="478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eg0257"/>
          <p:cNvSpPr/>
          <p:nvPr/>
        </p:nvSpPr>
        <p:spPr>
          <a:xfrm rot="4612954">
            <a:off x="9897730" y="1512110"/>
            <a:ext cx="6159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eg0258"/>
          <p:cNvSpPr/>
          <p:nvPr/>
        </p:nvSpPr>
        <p:spPr>
          <a:xfrm rot="614894">
            <a:off x="9935118" y="1546512"/>
            <a:ext cx="4958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eg0259"/>
          <p:cNvSpPr/>
          <p:nvPr/>
        </p:nvSpPr>
        <p:spPr>
          <a:xfrm rot="3171379">
            <a:off x="9970047" y="1579610"/>
            <a:ext cx="719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eg0260"/>
          <p:cNvSpPr/>
          <p:nvPr/>
        </p:nvSpPr>
        <p:spPr>
          <a:xfrm rot="7838916">
            <a:off x="9887002" y="1672970"/>
            <a:ext cx="1704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eg0261"/>
          <p:cNvSpPr/>
          <p:nvPr/>
        </p:nvSpPr>
        <p:spPr>
          <a:xfrm rot="12906425">
            <a:off x="9881745" y="1726581"/>
            <a:ext cx="384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eg0262"/>
          <p:cNvSpPr/>
          <p:nvPr/>
        </p:nvSpPr>
        <p:spPr>
          <a:xfrm rot="3648348">
            <a:off x="9877304" y="1729051"/>
            <a:ext cx="3100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eg0263"/>
          <p:cNvSpPr/>
          <p:nvPr/>
        </p:nvSpPr>
        <p:spPr>
          <a:xfrm rot="8291532">
            <a:off x="9870293" y="1754069"/>
            <a:ext cx="3446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eg0264"/>
          <p:cNvSpPr/>
          <p:nvPr/>
        </p:nvSpPr>
        <p:spPr>
          <a:xfrm rot="11192552">
            <a:off x="9789460" y="1760684"/>
            <a:ext cx="8549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eg0265"/>
          <p:cNvSpPr/>
          <p:nvPr/>
        </p:nvSpPr>
        <p:spPr>
          <a:xfrm rot="4979031">
            <a:off x="9757228" y="1792570"/>
            <a:ext cx="7406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eg0266"/>
          <p:cNvSpPr/>
          <p:nvPr/>
        </p:nvSpPr>
        <p:spPr>
          <a:xfrm rot="7998423">
            <a:off x="9696940" y="1873286"/>
            <a:ext cx="12081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Seg0267"/>
          <p:cNvSpPr/>
          <p:nvPr/>
        </p:nvSpPr>
        <p:spPr>
          <a:xfrm rot="12434380">
            <a:off x="9681137" y="1908820"/>
            <a:ext cx="3681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Seg0268"/>
          <p:cNvSpPr/>
          <p:nvPr/>
        </p:nvSpPr>
        <p:spPr>
          <a:xfrm rot="6355779">
            <a:off x="9569966" y="1985815"/>
            <a:ext cx="1776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Seg0269"/>
          <p:cNvSpPr/>
          <p:nvPr/>
        </p:nvSpPr>
        <p:spPr>
          <a:xfrm rot="20876798">
            <a:off x="9125558" y="3200942"/>
            <a:ext cx="325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Seg0270"/>
          <p:cNvSpPr/>
          <p:nvPr/>
        </p:nvSpPr>
        <p:spPr>
          <a:xfrm rot="20877690">
            <a:off x="9121574" y="3201706"/>
            <a:ext cx="40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Seg0271"/>
          <p:cNvSpPr/>
          <p:nvPr/>
        </p:nvSpPr>
        <p:spPr>
          <a:xfrm rot="10077293">
            <a:off x="9121538" y="3201366"/>
            <a:ext cx="73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Seg0272"/>
          <p:cNvSpPr/>
          <p:nvPr/>
        </p:nvSpPr>
        <p:spPr>
          <a:xfrm rot="20935634">
            <a:off x="8557592" y="2913587"/>
            <a:ext cx="5346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Seg0273"/>
          <p:cNvSpPr/>
          <p:nvPr/>
        </p:nvSpPr>
        <p:spPr>
          <a:xfrm rot="5833955">
            <a:off x="9196802" y="3119857"/>
            <a:ext cx="860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Seg0274"/>
          <p:cNvSpPr/>
          <p:nvPr/>
        </p:nvSpPr>
        <p:spPr>
          <a:xfrm rot="9240612">
            <a:off x="9141490" y="3183977"/>
            <a:ext cx="978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Seg0275"/>
          <p:cNvSpPr/>
          <p:nvPr/>
        </p:nvSpPr>
        <p:spPr>
          <a:xfrm rot="15808486">
            <a:off x="9114086" y="3176557"/>
            <a:ext cx="581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Seg0276"/>
          <p:cNvSpPr/>
          <p:nvPr/>
        </p:nvSpPr>
        <p:spPr>
          <a:xfrm rot="13332286">
            <a:off x="9106036" y="3134650"/>
            <a:ext cx="3883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Seg0277"/>
          <p:cNvSpPr/>
          <p:nvPr/>
        </p:nvSpPr>
        <p:spPr>
          <a:xfrm rot="9153435">
            <a:off x="9073858" y="3130692"/>
            <a:ext cx="394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Seg0278"/>
          <p:cNvSpPr/>
          <p:nvPr/>
        </p:nvSpPr>
        <p:spPr>
          <a:xfrm rot="15416640">
            <a:off x="8978760" y="3062447"/>
            <a:ext cx="15876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Seg0279"/>
          <p:cNvSpPr/>
          <p:nvPr/>
        </p:nvSpPr>
        <p:spPr>
          <a:xfrm rot="17253152">
            <a:off x="9008573" y="2941926"/>
            <a:ext cx="905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Seg0280"/>
          <p:cNvSpPr/>
          <p:nvPr/>
        </p:nvSpPr>
        <p:spPr>
          <a:xfrm rot="7712157">
            <a:off x="9007209" y="2927811"/>
            <a:ext cx="743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Seg0281"/>
          <p:cNvSpPr/>
          <p:nvPr/>
        </p:nvSpPr>
        <p:spPr>
          <a:xfrm rot="5597916">
            <a:off x="8964235" y="3010680"/>
            <a:ext cx="10777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Seg0282"/>
          <p:cNvSpPr/>
          <p:nvPr/>
        </p:nvSpPr>
        <p:spPr>
          <a:xfrm rot="3972451">
            <a:off x="8973341" y="3128403"/>
            <a:ext cx="1397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Seg0283"/>
          <p:cNvSpPr/>
          <p:nvPr/>
        </p:nvSpPr>
        <p:spPr>
          <a:xfrm rot="12353628">
            <a:off x="8955021" y="3165577"/>
            <a:ext cx="12251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Seg0284"/>
          <p:cNvSpPr/>
          <p:nvPr/>
        </p:nvSpPr>
        <p:spPr>
          <a:xfrm rot="8228033">
            <a:off x="8933261" y="3149782"/>
            <a:ext cx="3221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Seg0285"/>
          <p:cNvSpPr/>
          <p:nvPr/>
        </p:nvSpPr>
        <p:spPr>
          <a:xfrm rot="16888200">
            <a:off x="8892767" y="3105941"/>
            <a:ext cx="1118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Seg0286"/>
          <p:cNvSpPr/>
          <p:nvPr/>
        </p:nvSpPr>
        <p:spPr>
          <a:xfrm rot="11523511">
            <a:off x="8873428" y="3042021"/>
            <a:ext cx="873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Seg0287"/>
          <p:cNvSpPr/>
          <p:nvPr/>
        </p:nvSpPr>
        <p:spPr>
          <a:xfrm rot="13819490">
            <a:off x="8780238" y="2988668"/>
            <a:ext cx="1149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Seg0288"/>
          <p:cNvSpPr/>
          <p:nvPr/>
        </p:nvSpPr>
        <p:spPr>
          <a:xfrm rot="10079609">
            <a:off x="8667343" y="2958496"/>
            <a:ext cx="1351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Seg0289"/>
          <p:cNvSpPr/>
          <p:nvPr/>
        </p:nvSpPr>
        <p:spPr>
          <a:xfrm rot="8114942">
            <a:off x="8559565" y="3017531"/>
            <a:ext cx="12777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Seg0290"/>
          <p:cNvSpPr/>
          <p:nvPr/>
        </p:nvSpPr>
        <p:spPr>
          <a:xfrm rot="4858004">
            <a:off x="8520924" y="3013720"/>
            <a:ext cx="988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Seg0291"/>
          <p:cNvSpPr/>
          <p:nvPr/>
        </p:nvSpPr>
        <p:spPr>
          <a:xfrm rot="2847268">
            <a:off x="9607725" y="2125503"/>
            <a:ext cx="4128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Seg0292"/>
          <p:cNvSpPr/>
          <p:nvPr/>
        </p:nvSpPr>
        <p:spPr>
          <a:xfrm rot="5663375">
            <a:off x="9595644" y="2183941"/>
            <a:ext cx="8671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Seg0293"/>
          <p:cNvSpPr/>
          <p:nvPr/>
        </p:nvSpPr>
        <p:spPr>
          <a:xfrm rot="21159240">
            <a:off x="9635558" y="2225197"/>
            <a:ext cx="309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Seg0294"/>
          <p:cNvSpPr/>
          <p:nvPr/>
        </p:nvSpPr>
        <p:spPr>
          <a:xfrm rot="3206827">
            <a:off x="9648356" y="2258924"/>
            <a:ext cx="888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Seg0295"/>
          <p:cNvSpPr/>
          <p:nvPr/>
        </p:nvSpPr>
        <p:spPr>
          <a:xfrm rot="20710746">
            <a:off x="9717859" y="2283788"/>
            <a:ext cx="8473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Seg0296"/>
          <p:cNvSpPr/>
          <p:nvPr/>
        </p:nvSpPr>
        <p:spPr>
          <a:xfrm rot="5713811">
            <a:off x="9785872" y="2286927"/>
            <a:ext cx="2807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Seg0297"/>
          <p:cNvSpPr/>
          <p:nvPr/>
        </p:nvSpPr>
        <p:spPr>
          <a:xfrm rot="9155266">
            <a:off x="9647207" y="2337835"/>
            <a:ext cx="1604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eg0298"/>
          <p:cNvSpPr/>
          <p:nvPr/>
        </p:nvSpPr>
        <p:spPr>
          <a:xfrm rot="14082470">
            <a:off x="9572364" y="2331387"/>
            <a:ext cx="10629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Seg0299"/>
          <p:cNvSpPr/>
          <p:nvPr/>
        </p:nvSpPr>
        <p:spPr>
          <a:xfrm rot="10020970">
            <a:off x="9303664" y="2321139"/>
            <a:ext cx="29491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Seg0300"/>
          <p:cNvSpPr/>
          <p:nvPr/>
        </p:nvSpPr>
        <p:spPr>
          <a:xfrm rot="16157475">
            <a:off x="9238315" y="2285999"/>
            <a:ext cx="13654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Seg0301"/>
          <p:cNvSpPr/>
          <p:nvPr/>
        </p:nvSpPr>
        <p:spPr>
          <a:xfrm rot="20860441">
            <a:off x="9302589" y="2188500"/>
            <a:ext cx="2738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Seg0302"/>
          <p:cNvSpPr/>
          <p:nvPr/>
        </p:nvSpPr>
        <p:spPr>
          <a:xfrm rot="18601298">
            <a:off x="9561870" y="2134784"/>
            <a:ext cx="6395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Seg0303"/>
          <p:cNvSpPr/>
          <p:nvPr/>
        </p:nvSpPr>
        <p:spPr>
          <a:xfrm rot="10445150">
            <a:off x="7469715" y="2695103"/>
            <a:ext cx="4741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Seg0304"/>
          <p:cNvSpPr/>
          <p:nvPr/>
        </p:nvSpPr>
        <p:spPr>
          <a:xfrm rot="17360194">
            <a:off x="7403259" y="2624003"/>
            <a:ext cx="2024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Seg0305"/>
          <p:cNvSpPr/>
          <p:nvPr/>
        </p:nvSpPr>
        <p:spPr>
          <a:xfrm rot="14971816">
            <a:off x="7421206" y="2447392"/>
            <a:ext cx="17309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Seg0306"/>
          <p:cNvSpPr/>
          <p:nvPr/>
        </p:nvSpPr>
        <p:spPr>
          <a:xfrm rot="16458687">
            <a:off x="7379362" y="2260507"/>
            <a:ext cx="2122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Seg0307"/>
          <p:cNvSpPr/>
          <p:nvPr/>
        </p:nvSpPr>
        <p:spPr>
          <a:xfrm rot="18590972">
            <a:off x="7471904" y="2108677"/>
            <a:ext cx="1199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Seg0308"/>
          <p:cNvSpPr/>
          <p:nvPr/>
        </p:nvSpPr>
        <p:spPr>
          <a:xfrm rot="4465013">
            <a:off x="7543615" y="2097759"/>
            <a:ext cx="7289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Seg0309"/>
          <p:cNvSpPr/>
          <p:nvPr/>
        </p:nvSpPr>
        <p:spPr>
          <a:xfrm rot="17144699">
            <a:off x="7514410" y="2033210"/>
            <a:ext cx="2070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Seg0310"/>
          <p:cNvSpPr/>
          <p:nvPr/>
        </p:nvSpPr>
        <p:spPr>
          <a:xfrm rot="391238">
            <a:off x="7645731" y="1939158"/>
            <a:ext cx="987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Seg0311"/>
          <p:cNvSpPr/>
          <p:nvPr/>
        </p:nvSpPr>
        <p:spPr>
          <a:xfrm rot="1838814">
            <a:off x="7733513" y="1983545"/>
            <a:ext cx="1521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Seg0312"/>
          <p:cNvSpPr/>
          <p:nvPr/>
        </p:nvSpPr>
        <p:spPr>
          <a:xfrm rot="4991197">
            <a:off x="7807467" y="2098464"/>
            <a:ext cx="15335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Seg0313"/>
          <p:cNvSpPr/>
          <p:nvPr/>
        </p:nvSpPr>
        <p:spPr>
          <a:xfrm rot="7654472">
            <a:off x="7817065" y="2212106"/>
            <a:ext cx="946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Seg0314"/>
          <p:cNvSpPr/>
          <p:nvPr/>
        </p:nvSpPr>
        <p:spPr>
          <a:xfrm rot="5590317">
            <a:off x="7802996" y="2280391"/>
            <a:ext cx="6165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Seg0315"/>
          <p:cNvSpPr/>
          <p:nvPr/>
        </p:nvSpPr>
        <p:spPr>
          <a:xfrm rot="1083210">
            <a:off x="7831218" y="2316835"/>
            <a:ext cx="3654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Seg0316"/>
          <p:cNvSpPr/>
          <p:nvPr/>
        </p:nvSpPr>
        <p:spPr>
          <a:xfrm rot="18625800">
            <a:off x="7842666" y="2270086"/>
            <a:ext cx="1377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Seg0317"/>
          <p:cNvSpPr/>
          <p:nvPr/>
        </p:nvSpPr>
        <p:spPr>
          <a:xfrm rot="2415816">
            <a:off x="7949534" y="2235785"/>
            <a:ext cx="5604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Seg0318"/>
          <p:cNvSpPr/>
          <p:nvPr/>
        </p:nvSpPr>
        <p:spPr>
          <a:xfrm rot="4662780">
            <a:off x="7905602" y="2369747"/>
            <a:ext cx="2371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Seg0319"/>
          <p:cNvSpPr/>
          <p:nvPr/>
        </p:nvSpPr>
        <p:spPr>
          <a:xfrm rot="10959151">
            <a:off x="8009915" y="2484684"/>
            <a:ext cx="395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Seg0320"/>
          <p:cNvSpPr/>
          <p:nvPr/>
        </p:nvSpPr>
        <p:spPr>
          <a:xfrm rot="6588280">
            <a:off x="7876956" y="2577222"/>
            <a:ext cx="1986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Seg0321"/>
          <p:cNvSpPr/>
          <p:nvPr/>
        </p:nvSpPr>
        <p:spPr>
          <a:xfrm rot="3825406">
            <a:off x="7554657" y="1956386"/>
            <a:ext cx="2988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Seg0322"/>
          <p:cNvSpPr/>
          <p:nvPr/>
        </p:nvSpPr>
        <p:spPr>
          <a:xfrm rot="9618792">
            <a:off x="7558756" y="1972816"/>
            <a:ext cx="179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Seg0323"/>
          <p:cNvSpPr/>
          <p:nvPr/>
        </p:nvSpPr>
        <p:spPr>
          <a:xfrm rot="16586527">
            <a:off x="7544602" y="1959414"/>
            <a:ext cx="330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Seg0324"/>
          <p:cNvSpPr/>
          <p:nvPr/>
        </p:nvSpPr>
        <p:spPr>
          <a:xfrm rot="13135443">
            <a:off x="7281863" y="2086069"/>
            <a:ext cx="2852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Seg0325"/>
          <p:cNvSpPr/>
          <p:nvPr/>
        </p:nvSpPr>
        <p:spPr>
          <a:xfrm rot="17380611">
            <a:off x="7275144" y="2063073"/>
            <a:ext cx="298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Seg0326"/>
          <p:cNvSpPr/>
          <p:nvPr/>
        </p:nvSpPr>
        <p:spPr>
          <a:xfrm rot="155015">
            <a:off x="7263361" y="2048324"/>
            <a:ext cx="317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Seg0327"/>
          <p:cNvSpPr/>
          <p:nvPr/>
        </p:nvSpPr>
        <p:spPr>
          <a:xfrm rot="5893450">
            <a:off x="7237267" y="2017454"/>
            <a:ext cx="6093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Seg0328"/>
          <p:cNvSpPr/>
          <p:nvPr/>
        </p:nvSpPr>
        <p:spPr>
          <a:xfrm rot="2559899">
            <a:off x="7217025" y="1965792"/>
            <a:ext cx="6346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Seg0329"/>
          <p:cNvSpPr/>
          <p:nvPr/>
        </p:nvSpPr>
        <p:spPr>
          <a:xfrm rot="743047">
            <a:off x="6951183" y="1914532"/>
            <a:ext cx="2774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Seg0330"/>
          <p:cNvSpPr/>
          <p:nvPr/>
        </p:nvSpPr>
        <p:spPr>
          <a:xfrm rot="13490976">
            <a:off x="6904514" y="1864187"/>
            <a:ext cx="583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Seg0331"/>
          <p:cNvSpPr/>
          <p:nvPr/>
        </p:nvSpPr>
        <p:spPr>
          <a:xfrm rot="19957846">
            <a:off x="6901692" y="1797108"/>
            <a:ext cx="2022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Seg0332"/>
          <p:cNvSpPr/>
          <p:nvPr/>
        </p:nvSpPr>
        <p:spPr>
          <a:xfrm rot="18968391">
            <a:off x="7073501" y="1703137"/>
            <a:ext cx="13705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Seg0333"/>
          <p:cNvSpPr/>
          <p:nvPr/>
        </p:nvSpPr>
        <p:spPr>
          <a:xfrm rot="1203543">
            <a:off x="7190468" y="1661145"/>
            <a:ext cx="320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Seg0334"/>
          <p:cNvSpPr/>
          <p:nvPr/>
        </p:nvSpPr>
        <p:spPr>
          <a:xfrm rot="6860023">
            <a:off x="7130330" y="1725478"/>
            <a:ext cx="12915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Seg0335"/>
          <p:cNvSpPr/>
          <p:nvPr/>
        </p:nvSpPr>
        <p:spPr>
          <a:xfrm rot="20234848">
            <a:off x="7165432" y="1770069"/>
            <a:ext cx="736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Seg0336"/>
          <p:cNvSpPr/>
          <p:nvPr/>
        </p:nvSpPr>
        <p:spPr>
          <a:xfrm rot="2495900">
            <a:off x="7224019" y="1788027"/>
            <a:ext cx="970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Seg0337"/>
          <p:cNvSpPr/>
          <p:nvPr/>
        </p:nvSpPr>
        <p:spPr>
          <a:xfrm rot="370012">
            <a:off x="7308538" y="1825239"/>
            <a:ext cx="931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Seg0338"/>
          <p:cNvSpPr/>
          <p:nvPr/>
        </p:nvSpPr>
        <p:spPr>
          <a:xfrm rot="19347596">
            <a:off x="7392893" y="1805023"/>
            <a:ext cx="8278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Seg0339"/>
          <p:cNvSpPr/>
          <p:nvPr/>
        </p:nvSpPr>
        <p:spPr>
          <a:xfrm rot="20803323">
            <a:off x="7465180" y="1763221"/>
            <a:ext cx="1443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Seg0340"/>
          <p:cNvSpPr/>
          <p:nvPr/>
        </p:nvSpPr>
        <p:spPr>
          <a:xfrm rot="4678481">
            <a:off x="7586580" y="1772637"/>
            <a:ext cx="5315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Seg0341"/>
          <p:cNvSpPr/>
          <p:nvPr/>
        </p:nvSpPr>
        <p:spPr>
          <a:xfrm rot="20914938">
            <a:off x="7617525" y="1786928"/>
            <a:ext cx="1182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Seg0342"/>
          <p:cNvSpPr/>
          <p:nvPr/>
        </p:nvSpPr>
        <p:spPr>
          <a:xfrm rot="4320177">
            <a:off x="7701346" y="1820985"/>
            <a:ext cx="962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Seg0343"/>
          <p:cNvSpPr/>
          <p:nvPr/>
        </p:nvSpPr>
        <p:spPr>
          <a:xfrm rot="21574268">
            <a:off x="7764325" y="1866488"/>
            <a:ext cx="685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Seg0344"/>
          <p:cNvSpPr/>
          <p:nvPr/>
        </p:nvSpPr>
        <p:spPr>
          <a:xfrm rot="10063270">
            <a:off x="7714963" y="1878917"/>
            <a:ext cx="1193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Seg0345"/>
          <p:cNvSpPr/>
          <p:nvPr/>
        </p:nvSpPr>
        <p:spPr>
          <a:xfrm rot="12260745">
            <a:off x="7674221" y="1882520"/>
            <a:ext cx="440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Seg0346"/>
          <p:cNvSpPr/>
          <p:nvPr/>
        </p:nvSpPr>
        <p:spPr>
          <a:xfrm rot="5504831">
            <a:off x="7656135" y="1892881"/>
            <a:ext cx="389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Seg0347"/>
          <p:cNvSpPr/>
          <p:nvPr/>
        </p:nvSpPr>
        <p:spPr>
          <a:xfrm rot="11837409">
            <a:off x="7561942" y="1895137"/>
            <a:ext cx="1156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Seg0348"/>
          <p:cNvSpPr/>
          <p:nvPr/>
        </p:nvSpPr>
        <p:spPr>
          <a:xfrm rot="8883584">
            <a:off x="7406473" y="1923189"/>
            <a:ext cx="17102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Seg0349"/>
          <p:cNvSpPr/>
          <p:nvPr/>
        </p:nvSpPr>
        <p:spPr>
          <a:xfrm rot="14189355">
            <a:off x="7392924" y="1954196"/>
            <a:ext cx="341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Seg0350"/>
          <p:cNvSpPr/>
          <p:nvPr/>
        </p:nvSpPr>
        <p:spPr>
          <a:xfrm rot="7262771">
            <a:off x="7263399" y="2017497"/>
            <a:ext cx="1809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Seg0351"/>
          <p:cNvSpPr/>
          <p:nvPr/>
        </p:nvSpPr>
        <p:spPr>
          <a:xfrm rot="7959477">
            <a:off x="7058615" y="1557366"/>
            <a:ext cx="8931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Seg0352"/>
          <p:cNvSpPr/>
          <p:nvPr/>
        </p:nvSpPr>
        <p:spPr>
          <a:xfrm rot="9927697">
            <a:off x="7056104" y="1592363"/>
            <a:ext cx="1718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Seg0353"/>
          <p:cNvSpPr/>
          <p:nvPr/>
        </p:nvSpPr>
        <p:spPr>
          <a:xfrm rot="19067074">
            <a:off x="7042870" y="1559523"/>
            <a:ext cx="10417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Seg0354"/>
          <p:cNvSpPr/>
          <p:nvPr/>
        </p:nvSpPr>
        <p:spPr>
          <a:xfrm rot="8124866">
            <a:off x="6627229" y="1741675"/>
            <a:ext cx="2714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Seg0355"/>
          <p:cNvSpPr/>
          <p:nvPr/>
        </p:nvSpPr>
        <p:spPr>
          <a:xfrm rot="16065954">
            <a:off x="6612407" y="1892998"/>
            <a:ext cx="1121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Seg0356"/>
          <p:cNvSpPr/>
          <p:nvPr/>
        </p:nvSpPr>
        <p:spPr>
          <a:xfrm rot="18981011">
            <a:off x="6582910" y="1984176"/>
            <a:ext cx="10183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Seg0357"/>
          <p:cNvSpPr/>
          <p:nvPr/>
        </p:nvSpPr>
        <p:spPr>
          <a:xfrm rot="14320120">
            <a:off x="6582365" y="2045338"/>
            <a:ext cx="6091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Seg0358"/>
          <p:cNvSpPr/>
          <p:nvPr/>
        </p:nvSpPr>
        <p:spPr>
          <a:xfrm rot="16652861">
            <a:off x="6553340" y="2137354"/>
            <a:ext cx="13315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Seg0359"/>
          <p:cNvSpPr/>
          <p:nvPr/>
        </p:nvSpPr>
        <p:spPr>
          <a:xfrm rot="12923020">
            <a:off x="6589424" y="2271532"/>
            <a:ext cx="23548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Seg0360"/>
          <p:cNvSpPr/>
          <p:nvPr/>
        </p:nvSpPr>
        <p:spPr>
          <a:xfrm rot="4171205">
            <a:off x="6771059" y="2385961"/>
            <a:ext cx="987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Seg0361"/>
          <p:cNvSpPr/>
          <p:nvPr/>
        </p:nvSpPr>
        <p:spPr>
          <a:xfrm rot="10721621">
            <a:off x="6119299" y="2440402"/>
            <a:ext cx="7185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Seg0362"/>
          <p:cNvSpPr/>
          <p:nvPr/>
        </p:nvSpPr>
        <p:spPr>
          <a:xfrm rot="16216313">
            <a:off x="5949000" y="2277390"/>
            <a:ext cx="3424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Seg0363"/>
          <p:cNvSpPr/>
          <p:nvPr/>
        </p:nvSpPr>
        <p:spPr>
          <a:xfrm rot="2854256">
            <a:off x="6054449" y="2076848"/>
            <a:ext cx="7949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Seg0364"/>
          <p:cNvSpPr/>
          <p:nvPr/>
        </p:nvSpPr>
        <p:spPr>
          <a:xfrm rot="18738177">
            <a:off x="6058472" y="2027357"/>
            <a:ext cx="544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Seg0365"/>
          <p:cNvSpPr/>
          <p:nvPr/>
        </p:nvSpPr>
        <p:spPr>
          <a:xfrm rot="16145013">
            <a:off x="6054413" y="1958349"/>
            <a:ext cx="9772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Seg0366"/>
          <p:cNvSpPr/>
          <p:nvPr/>
        </p:nvSpPr>
        <p:spPr>
          <a:xfrm rot="15683254">
            <a:off x="5809364" y="1657417"/>
            <a:ext cx="5099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Seg0367"/>
          <p:cNvSpPr/>
          <p:nvPr/>
        </p:nvSpPr>
        <p:spPr>
          <a:xfrm rot="6904">
            <a:off x="6026136" y="1405604"/>
            <a:ext cx="2621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Seg0368"/>
          <p:cNvSpPr/>
          <p:nvPr/>
        </p:nvSpPr>
        <p:spPr>
          <a:xfrm rot="16169363">
            <a:off x="6251969" y="1369913"/>
            <a:ext cx="7191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Seg0369"/>
          <p:cNvSpPr/>
          <p:nvPr/>
        </p:nvSpPr>
        <p:spPr>
          <a:xfrm rot="250285">
            <a:off x="6287572" y="1334862"/>
            <a:ext cx="248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Seg0370"/>
          <p:cNvSpPr/>
          <p:nvPr/>
        </p:nvSpPr>
        <p:spPr>
          <a:xfrm rot="4368267">
            <a:off x="6271225" y="1391573"/>
            <a:ext cx="1168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Seg0371"/>
          <p:cNvSpPr/>
          <p:nvPr/>
        </p:nvSpPr>
        <p:spPr>
          <a:xfrm rot="1316172">
            <a:off x="6342431" y="1470523"/>
            <a:ext cx="12389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Seg0372"/>
          <p:cNvSpPr/>
          <p:nvPr/>
        </p:nvSpPr>
        <p:spPr>
          <a:xfrm rot="20860311">
            <a:off x="6460630" y="1482468"/>
            <a:ext cx="1048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Seg0373"/>
          <p:cNvSpPr/>
          <p:nvPr/>
        </p:nvSpPr>
        <p:spPr>
          <a:xfrm rot="2514475">
            <a:off x="6550432" y="1507503"/>
            <a:ext cx="1084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Seg0374"/>
          <p:cNvSpPr/>
          <p:nvPr/>
        </p:nvSpPr>
        <p:spPr>
          <a:xfrm rot="19516374">
            <a:off x="6640769" y="1530047"/>
            <a:ext cx="480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Seg0375"/>
          <p:cNvSpPr/>
          <p:nvPr/>
        </p:nvSpPr>
        <p:spPr>
          <a:xfrm rot="2478458">
            <a:off x="6673799" y="1544874"/>
            <a:ext cx="863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Seg0376"/>
          <p:cNvSpPr/>
          <p:nvPr/>
        </p:nvSpPr>
        <p:spPr>
          <a:xfrm rot="20122796">
            <a:off x="6744887" y="1552486"/>
            <a:ext cx="1003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Seg0377"/>
          <p:cNvSpPr/>
          <p:nvPr/>
        </p:nvSpPr>
        <p:spPr>
          <a:xfrm rot="3896483">
            <a:off x="6832021" y="1545185"/>
            <a:ext cx="300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Seg0378"/>
          <p:cNvSpPr/>
          <p:nvPr/>
        </p:nvSpPr>
        <p:spPr>
          <a:xfrm rot="154577">
            <a:off x="6853321" y="1562071"/>
            <a:ext cx="1461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Seg0379"/>
          <p:cNvSpPr/>
          <p:nvPr/>
        </p:nvSpPr>
        <p:spPr>
          <a:xfrm rot="8993179">
            <a:off x="6848755" y="1605870"/>
            <a:ext cx="1615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Seg0380"/>
          <p:cNvSpPr/>
          <p:nvPr/>
        </p:nvSpPr>
        <p:spPr>
          <a:xfrm rot="21554593">
            <a:off x="7059071" y="4050896"/>
            <a:ext cx="34244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Seg0381"/>
          <p:cNvSpPr/>
          <p:nvPr/>
        </p:nvSpPr>
        <p:spPr>
          <a:xfrm rot="5471724">
            <a:off x="7107326" y="4336732"/>
            <a:ext cx="57632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Seg0382"/>
          <p:cNvSpPr/>
          <p:nvPr/>
        </p:nvSpPr>
        <p:spPr>
          <a:xfrm rot="10921641">
            <a:off x="7351097" y="4913031"/>
            <a:ext cx="739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Seg0383"/>
          <p:cNvSpPr/>
          <p:nvPr/>
        </p:nvSpPr>
        <p:spPr>
          <a:xfrm rot="9264318">
            <a:off x="7237400" y="4937553"/>
            <a:ext cx="1195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Seg0384"/>
          <p:cNvSpPr/>
          <p:nvPr/>
        </p:nvSpPr>
        <p:spPr>
          <a:xfrm rot="14906992">
            <a:off x="6925136" y="4550273"/>
            <a:ext cx="850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Seg0385"/>
          <p:cNvSpPr/>
          <p:nvPr/>
        </p:nvSpPr>
        <p:spPr>
          <a:xfrm rot="16377412">
            <a:off x="6880110" y="4434989"/>
            <a:ext cx="1516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Seg0386"/>
          <p:cNvSpPr/>
          <p:nvPr/>
        </p:nvSpPr>
        <p:spPr>
          <a:xfrm rot="17663731">
            <a:off x="6840024" y="4194345"/>
            <a:ext cx="31005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Seg0387"/>
          <p:cNvSpPr/>
          <p:nvPr/>
        </p:nvSpPr>
        <p:spPr>
          <a:xfrm rot="2030795">
            <a:off x="6770830" y="3009850"/>
            <a:ext cx="7418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Seg0388"/>
          <p:cNvSpPr/>
          <p:nvPr/>
        </p:nvSpPr>
        <p:spPr>
          <a:xfrm rot="5038143">
            <a:off x="6782697" y="3092774"/>
            <a:ext cx="1252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Seg0389"/>
          <p:cNvSpPr/>
          <p:nvPr/>
        </p:nvSpPr>
        <p:spPr>
          <a:xfrm rot="4688583">
            <a:off x="6924245" y="3271662"/>
            <a:ext cx="6379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Seg0390"/>
          <p:cNvSpPr/>
          <p:nvPr/>
        </p:nvSpPr>
        <p:spPr>
          <a:xfrm rot="457351">
            <a:off x="6962331" y="3308355"/>
            <a:ext cx="8258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Seg0391"/>
          <p:cNvSpPr/>
          <p:nvPr/>
        </p:nvSpPr>
        <p:spPr>
          <a:xfrm rot="5165516">
            <a:off x="7109476" y="3568830"/>
            <a:ext cx="7884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Seg0392"/>
          <p:cNvSpPr/>
          <p:nvPr/>
        </p:nvSpPr>
        <p:spPr>
          <a:xfrm rot="2435274">
            <a:off x="7141864" y="3634457"/>
            <a:ext cx="8082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Seg0393"/>
          <p:cNvSpPr/>
          <p:nvPr/>
        </p:nvSpPr>
        <p:spPr>
          <a:xfrm rot="5696101">
            <a:off x="7170200" y="3699987"/>
            <a:ext cx="787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Seg0394"/>
          <p:cNvSpPr/>
          <p:nvPr/>
        </p:nvSpPr>
        <p:spPr>
          <a:xfrm rot="9488038">
            <a:off x="7156676" y="3748788"/>
            <a:ext cx="5136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Seg0395"/>
          <p:cNvSpPr/>
          <p:nvPr/>
        </p:nvSpPr>
        <p:spPr>
          <a:xfrm rot="6185695">
            <a:off x="7097217" y="3807035"/>
            <a:ext cx="999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Seg0396"/>
          <p:cNvSpPr/>
          <p:nvPr/>
        </p:nvSpPr>
        <p:spPr>
          <a:xfrm rot="16155341">
            <a:off x="6132491" y="3534102"/>
            <a:ext cx="5098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Seg0397"/>
          <p:cNvSpPr/>
          <p:nvPr/>
        </p:nvSpPr>
        <p:spPr>
          <a:xfrm rot="11814271">
            <a:off x="6294695" y="3143349"/>
            <a:ext cx="489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Seg0398"/>
          <p:cNvSpPr/>
          <p:nvPr/>
        </p:nvSpPr>
        <p:spPr>
          <a:xfrm rot="14281664">
            <a:off x="6178720" y="3071319"/>
            <a:ext cx="15303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Seg0399"/>
          <p:cNvSpPr/>
          <p:nvPr/>
        </p:nvSpPr>
        <p:spPr>
          <a:xfrm rot="21494773">
            <a:off x="6214589" y="2997800"/>
            <a:ext cx="5626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Seg0400"/>
          <p:cNvSpPr/>
          <p:nvPr/>
        </p:nvSpPr>
        <p:spPr>
          <a:xfrm rot="5687743">
            <a:off x="4756001" y="1740673"/>
            <a:ext cx="7573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Seg0401"/>
          <p:cNvSpPr/>
          <p:nvPr/>
        </p:nvSpPr>
        <p:spPr>
          <a:xfrm rot="11221475">
            <a:off x="4165676" y="2060468"/>
            <a:ext cx="9408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Seg0402"/>
          <p:cNvSpPr/>
          <p:nvPr/>
        </p:nvSpPr>
        <p:spPr>
          <a:xfrm rot="5919018">
            <a:off x="4111604" y="2052440"/>
            <a:ext cx="1001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Seg0403"/>
          <p:cNvSpPr/>
          <p:nvPr/>
        </p:nvSpPr>
        <p:spPr>
          <a:xfrm rot="9036384">
            <a:off x="4047261" y="2060488"/>
            <a:ext cx="7493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Seg0404"/>
          <p:cNvSpPr/>
          <p:nvPr/>
        </p:nvSpPr>
        <p:spPr>
          <a:xfrm rot="11147372">
            <a:off x="3892045" y="2070784"/>
            <a:ext cx="16044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Seg0405"/>
          <p:cNvSpPr/>
          <p:nvPr/>
        </p:nvSpPr>
        <p:spPr>
          <a:xfrm rot="15852506">
            <a:off x="3857186" y="2030819"/>
            <a:ext cx="6407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Seg0406"/>
          <p:cNvSpPr/>
          <p:nvPr/>
        </p:nvSpPr>
        <p:spPr>
          <a:xfrm rot="605865">
            <a:off x="3662090" y="1213332"/>
            <a:ext cx="8325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Seg0407"/>
          <p:cNvSpPr/>
          <p:nvPr/>
        </p:nvSpPr>
        <p:spPr>
          <a:xfrm rot="388844">
            <a:off x="4485976" y="1324830"/>
            <a:ext cx="6825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Seg0408"/>
          <p:cNvSpPr/>
          <p:nvPr/>
        </p:nvSpPr>
        <p:spPr>
          <a:xfrm rot="10995528">
            <a:off x="5068724" y="2518650"/>
            <a:ext cx="7676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Seg0409"/>
          <p:cNvSpPr/>
          <p:nvPr/>
        </p:nvSpPr>
        <p:spPr>
          <a:xfrm rot="12686889">
            <a:off x="5829338" y="2563341"/>
            <a:ext cx="876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Seg0410"/>
          <p:cNvSpPr/>
          <p:nvPr/>
        </p:nvSpPr>
        <p:spPr>
          <a:xfrm rot="10365347">
            <a:off x="5910165" y="2579731"/>
            <a:ext cx="1028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Seg0411"/>
          <p:cNvSpPr/>
          <p:nvPr/>
        </p:nvSpPr>
        <p:spPr>
          <a:xfrm rot="1595618">
            <a:off x="6008260" y="2591420"/>
            <a:ext cx="8118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Seg0412"/>
          <p:cNvSpPr/>
          <p:nvPr/>
        </p:nvSpPr>
        <p:spPr>
          <a:xfrm rot="3553854">
            <a:off x="6047815" y="2675263"/>
            <a:ext cx="1528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Seg0413"/>
          <p:cNvSpPr/>
          <p:nvPr/>
        </p:nvSpPr>
        <p:spPr>
          <a:xfrm rot="4904438">
            <a:off x="6059377" y="2861087"/>
            <a:ext cx="2428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Seg0414"/>
          <p:cNvSpPr/>
          <p:nvPr/>
        </p:nvSpPr>
        <p:spPr>
          <a:xfrm rot="3527377">
            <a:off x="6159572" y="3049859"/>
            <a:ext cx="1604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Seg0415"/>
          <p:cNvSpPr/>
          <p:nvPr/>
        </p:nvSpPr>
        <p:spPr>
          <a:xfrm rot="16418972">
            <a:off x="5218368" y="2995133"/>
            <a:ext cx="19219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Seg0416"/>
          <p:cNvSpPr/>
          <p:nvPr/>
        </p:nvSpPr>
        <p:spPr>
          <a:xfrm rot="11055126">
            <a:off x="5036567" y="2888689"/>
            <a:ext cx="2844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Seg0417"/>
          <p:cNvSpPr/>
          <p:nvPr/>
        </p:nvSpPr>
        <p:spPr>
          <a:xfrm rot="16491279">
            <a:off x="4861807" y="2687488"/>
            <a:ext cx="3826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Seg0418"/>
          <p:cNvSpPr/>
          <p:nvPr/>
        </p:nvSpPr>
        <p:spPr>
          <a:xfrm rot="760385">
            <a:off x="2839992" y="2405565"/>
            <a:ext cx="8357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Seg0419"/>
          <p:cNvSpPr/>
          <p:nvPr/>
        </p:nvSpPr>
        <p:spPr>
          <a:xfrm rot="6055189">
            <a:off x="3003843" y="3043482"/>
            <a:ext cx="11126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Seg0420"/>
          <p:cNvSpPr/>
          <p:nvPr/>
        </p:nvSpPr>
        <p:spPr>
          <a:xfrm rot="7610001">
            <a:off x="3425806" y="3604219"/>
            <a:ext cx="3621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Seg0421"/>
          <p:cNvSpPr/>
          <p:nvPr/>
        </p:nvSpPr>
        <p:spPr>
          <a:xfrm rot="5816684">
            <a:off x="3229681" y="3692165"/>
            <a:ext cx="2117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Seg0422"/>
          <p:cNvSpPr/>
          <p:nvPr/>
        </p:nvSpPr>
        <p:spPr>
          <a:xfrm rot="7486651">
            <a:off x="9550261" y="2115253"/>
            <a:ext cx="1071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Seg0423"/>
          <p:cNvSpPr/>
          <p:nvPr/>
        </p:nvSpPr>
        <p:spPr>
          <a:xfrm rot="10061385">
            <a:off x="9413822" y="2176467"/>
            <a:ext cx="16131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Seg0424"/>
          <p:cNvSpPr/>
          <p:nvPr/>
        </p:nvSpPr>
        <p:spPr>
          <a:xfrm rot="15986628">
            <a:off x="9251170" y="2039064"/>
            <a:ext cx="3097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Seg0425"/>
          <p:cNvSpPr/>
          <p:nvPr/>
        </p:nvSpPr>
        <p:spPr>
          <a:xfrm rot="7727715">
            <a:off x="9380771" y="1851720"/>
            <a:ext cx="840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Seg0426"/>
          <p:cNvSpPr/>
          <p:nvPr/>
        </p:nvSpPr>
        <p:spPr>
          <a:xfrm rot="15926561">
            <a:off x="9377620" y="1752965"/>
            <a:ext cx="13244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Seg0427"/>
          <p:cNvSpPr/>
          <p:nvPr/>
        </p:nvSpPr>
        <p:spPr>
          <a:xfrm rot="20133541">
            <a:off x="9436884" y="1679122"/>
            <a:ext cx="378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Seg0428"/>
          <p:cNvSpPr/>
          <p:nvPr/>
        </p:nvSpPr>
        <p:spPr>
          <a:xfrm rot="1109650">
            <a:off x="9168231" y="2542870"/>
            <a:ext cx="13228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Seg0429"/>
          <p:cNvSpPr/>
          <p:nvPr/>
        </p:nvSpPr>
        <p:spPr>
          <a:xfrm rot="6321841">
            <a:off x="9226777" y="2617461"/>
            <a:ext cx="11119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Seg0430"/>
          <p:cNvSpPr/>
          <p:nvPr/>
        </p:nvSpPr>
        <p:spPr>
          <a:xfrm rot="441014">
            <a:off x="9267471" y="2673753"/>
            <a:ext cx="4192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Seg0431"/>
          <p:cNvSpPr/>
          <p:nvPr/>
        </p:nvSpPr>
        <p:spPr>
          <a:xfrm rot="4995106">
            <a:off x="9253709" y="2738910"/>
            <a:ext cx="1258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Seg0432"/>
          <p:cNvSpPr/>
          <p:nvPr/>
        </p:nvSpPr>
        <p:spPr>
          <a:xfrm rot="6692304">
            <a:off x="9201926" y="2884451"/>
            <a:ext cx="17860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Seg0433"/>
          <p:cNvSpPr/>
          <p:nvPr/>
        </p:nvSpPr>
        <p:spPr>
          <a:xfrm rot="12897026">
            <a:off x="9107999" y="2920154"/>
            <a:ext cx="1653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Seg0434"/>
          <p:cNvSpPr/>
          <p:nvPr/>
        </p:nvSpPr>
        <p:spPr>
          <a:xfrm rot="18169345">
            <a:off x="9086260" y="2805539"/>
            <a:ext cx="16005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Seg0435"/>
          <p:cNvSpPr/>
          <p:nvPr/>
        </p:nvSpPr>
        <p:spPr>
          <a:xfrm rot="12972639">
            <a:off x="9126533" y="2711106"/>
            <a:ext cx="9201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Seg0436"/>
          <p:cNvSpPr/>
          <p:nvPr/>
        </p:nvSpPr>
        <p:spPr>
          <a:xfrm rot="15835755">
            <a:off x="9093353" y="2646096"/>
            <a:ext cx="760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Seg0437"/>
          <p:cNvSpPr/>
          <p:nvPr/>
        </p:nvSpPr>
        <p:spPr>
          <a:xfrm rot="17828258">
            <a:off x="9100978" y="2565077"/>
            <a:ext cx="970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Seg0438"/>
          <p:cNvSpPr/>
          <p:nvPr/>
        </p:nvSpPr>
        <p:spPr>
          <a:xfrm rot="362497">
            <a:off x="4223939" y="3608332"/>
            <a:ext cx="9081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Seg0439"/>
          <p:cNvSpPr/>
          <p:nvPr/>
        </p:nvSpPr>
        <p:spPr>
          <a:xfrm rot="5691081">
            <a:off x="4610041" y="4133412"/>
            <a:ext cx="9580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Seg0440"/>
          <p:cNvSpPr/>
          <p:nvPr/>
        </p:nvSpPr>
        <p:spPr>
          <a:xfrm rot="11119806">
            <a:off x="4480417" y="4584255"/>
            <a:ext cx="56934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Seg0441"/>
          <p:cNvSpPr/>
          <p:nvPr/>
        </p:nvSpPr>
        <p:spPr>
          <a:xfrm rot="4639987">
            <a:off x="4464803" y="4578862"/>
            <a:ext cx="431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Seg0442"/>
          <p:cNvSpPr/>
          <p:nvPr/>
        </p:nvSpPr>
        <p:spPr>
          <a:xfrm rot="11211230">
            <a:off x="4221605" y="4583774"/>
            <a:ext cx="27047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Seg0443"/>
          <p:cNvSpPr/>
          <p:nvPr/>
        </p:nvSpPr>
        <p:spPr>
          <a:xfrm rot="5841639">
            <a:off x="4173632" y="4610660"/>
            <a:ext cx="867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Seg0444"/>
          <p:cNvSpPr/>
          <p:nvPr/>
        </p:nvSpPr>
        <p:spPr>
          <a:xfrm rot="11256793">
            <a:off x="4076492" y="4644704"/>
            <a:ext cx="1355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Seg0445"/>
          <p:cNvSpPr/>
          <p:nvPr/>
        </p:nvSpPr>
        <p:spPr>
          <a:xfrm rot="15295998">
            <a:off x="9033099" y="2008774"/>
            <a:ext cx="43279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Seg0446"/>
          <p:cNvSpPr/>
          <p:nvPr/>
        </p:nvSpPr>
        <p:spPr>
          <a:xfrm rot="5479679">
            <a:off x="9239157" y="2282792"/>
            <a:ext cx="13015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Seg0447"/>
          <p:cNvSpPr/>
          <p:nvPr/>
        </p:nvSpPr>
        <p:spPr>
          <a:xfrm rot="4506915">
            <a:off x="9240349" y="2428979"/>
            <a:ext cx="16788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Seg0448"/>
          <p:cNvSpPr/>
          <p:nvPr/>
        </p:nvSpPr>
        <p:spPr>
          <a:xfrm rot="868732">
            <a:off x="9315457" y="2548728"/>
            <a:ext cx="8034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Seg0449"/>
          <p:cNvSpPr/>
          <p:nvPr/>
        </p:nvSpPr>
        <p:spPr>
          <a:xfrm rot="19576326">
            <a:off x="9382485" y="2519034"/>
            <a:ext cx="1431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Seg0450"/>
          <p:cNvSpPr/>
          <p:nvPr/>
        </p:nvSpPr>
        <p:spPr>
          <a:xfrm rot="2186511">
            <a:off x="9509605" y="2491365"/>
            <a:ext cx="406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Seg0451"/>
          <p:cNvSpPr/>
          <p:nvPr/>
        </p:nvSpPr>
        <p:spPr>
          <a:xfrm rot="8876893">
            <a:off x="9291593" y="2576587"/>
            <a:ext cx="27568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Seg0452"/>
          <p:cNvSpPr/>
          <p:nvPr/>
        </p:nvSpPr>
        <p:spPr>
          <a:xfrm rot="15586176">
            <a:off x="9261217" y="2606795"/>
            <a:ext cx="872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Seg0453"/>
          <p:cNvSpPr/>
          <p:nvPr/>
        </p:nvSpPr>
        <p:spPr>
          <a:xfrm rot="11869200">
            <a:off x="9137264" y="2538792"/>
            <a:ext cx="1637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Seg0454"/>
          <p:cNvSpPr/>
          <p:nvPr/>
        </p:nvSpPr>
        <p:spPr>
          <a:xfrm rot="13569933">
            <a:off x="9034244" y="2468154"/>
            <a:ext cx="1263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Seg0455"/>
          <p:cNvSpPr/>
          <p:nvPr/>
        </p:nvSpPr>
        <p:spPr>
          <a:xfrm rot="20933059">
            <a:off x="8441884" y="2482106"/>
            <a:ext cx="6175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Seg0456"/>
          <p:cNvSpPr/>
          <p:nvPr/>
        </p:nvSpPr>
        <p:spPr>
          <a:xfrm rot="15612696">
            <a:off x="8417626" y="2516327"/>
            <a:ext cx="513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Seg0457"/>
          <p:cNvSpPr/>
          <p:nvPr/>
        </p:nvSpPr>
        <p:spPr>
          <a:xfrm rot="18722897">
            <a:off x="8412464" y="2431476"/>
            <a:ext cx="1603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Seg0458"/>
          <p:cNvSpPr/>
          <p:nvPr/>
        </p:nvSpPr>
        <p:spPr>
          <a:xfrm rot="14480448">
            <a:off x="8475343" y="2329825"/>
            <a:ext cx="959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Seg0459"/>
          <p:cNvSpPr/>
          <p:nvPr/>
        </p:nvSpPr>
        <p:spPr>
          <a:xfrm rot="20779967">
            <a:off x="8495679" y="2249018"/>
            <a:ext cx="32754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Seg0460"/>
          <p:cNvSpPr/>
          <p:nvPr/>
        </p:nvSpPr>
        <p:spPr>
          <a:xfrm rot="19131283">
            <a:off x="8809632" y="2186463"/>
            <a:ext cx="725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Seg0461"/>
          <p:cNvSpPr/>
          <p:nvPr/>
        </p:nvSpPr>
        <p:spPr>
          <a:xfrm rot="16039591">
            <a:off x="8829405" y="2120808"/>
            <a:ext cx="836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Seg0462"/>
          <p:cNvSpPr/>
          <p:nvPr/>
        </p:nvSpPr>
        <p:spPr>
          <a:xfrm rot="13806882">
            <a:off x="8827557" y="2059498"/>
            <a:ext cx="508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Seg0463"/>
          <p:cNvSpPr/>
          <p:nvPr/>
        </p:nvSpPr>
        <p:spPr>
          <a:xfrm rot="18364899">
            <a:off x="8798338" y="1964601"/>
            <a:ext cx="1865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Seg0464"/>
          <p:cNvSpPr/>
          <p:nvPr/>
        </p:nvSpPr>
        <p:spPr>
          <a:xfrm rot="19169267">
            <a:off x="8938264" y="1866771"/>
            <a:ext cx="691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Seg0465"/>
          <p:cNvSpPr/>
          <p:nvPr/>
        </p:nvSpPr>
        <p:spPr>
          <a:xfrm rot="20825351">
            <a:off x="8996569" y="1822071"/>
            <a:ext cx="1991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Seg0466"/>
          <p:cNvSpPr/>
          <p:nvPr/>
        </p:nvSpPr>
        <p:spPr>
          <a:xfrm rot="21005711">
            <a:off x="8331536" y="3535354"/>
            <a:ext cx="87864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Seg0467"/>
          <p:cNvSpPr/>
          <p:nvPr/>
        </p:nvSpPr>
        <p:spPr>
          <a:xfrm rot="3901183">
            <a:off x="9180907" y="3495444"/>
            <a:ext cx="786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Seg0468"/>
          <p:cNvSpPr/>
          <p:nvPr/>
        </p:nvSpPr>
        <p:spPr>
          <a:xfrm rot="9106184">
            <a:off x="9099552" y="3565630"/>
            <a:ext cx="1459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Seg0469"/>
          <p:cNvSpPr/>
          <p:nvPr/>
        </p:nvSpPr>
        <p:spPr>
          <a:xfrm rot="20884821">
            <a:off x="9106767" y="3586098"/>
            <a:ext cx="1361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Seg0470"/>
          <p:cNvSpPr/>
          <p:nvPr/>
        </p:nvSpPr>
        <p:spPr>
          <a:xfrm rot="3932376">
            <a:off x="9227581" y="3593568"/>
            <a:ext cx="473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Seg0471"/>
          <p:cNvSpPr/>
          <p:nvPr/>
        </p:nvSpPr>
        <p:spPr>
          <a:xfrm rot="7247611">
            <a:off x="9187325" y="3656973"/>
            <a:ext cx="974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Seg0472"/>
          <p:cNvSpPr/>
          <p:nvPr/>
        </p:nvSpPr>
        <p:spPr>
          <a:xfrm rot="9947485">
            <a:off x="9160493" y="3705156"/>
            <a:ext cx="514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Seg0473"/>
          <p:cNvSpPr/>
          <p:nvPr/>
        </p:nvSpPr>
        <p:spPr>
          <a:xfrm rot="5566106">
            <a:off x="9143652" y="3728261"/>
            <a:ext cx="336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Seg0474"/>
          <p:cNvSpPr/>
          <p:nvPr/>
        </p:nvSpPr>
        <p:spPr>
          <a:xfrm rot="1953342">
            <a:off x="9155290" y="3760006"/>
            <a:ext cx="555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Seg0475"/>
          <p:cNvSpPr/>
          <p:nvPr/>
        </p:nvSpPr>
        <p:spPr>
          <a:xfrm rot="6592376">
            <a:off x="9164328" y="3804546"/>
            <a:ext cx="629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Seg0476"/>
          <p:cNvSpPr/>
          <p:nvPr/>
        </p:nvSpPr>
        <p:spPr>
          <a:xfrm rot="9784156">
            <a:off x="9075724" y="3850414"/>
            <a:ext cx="1117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Seg0477"/>
          <p:cNvSpPr/>
          <p:nvPr/>
        </p:nvSpPr>
        <p:spPr>
          <a:xfrm rot="7645862">
            <a:off x="8974876" y="3917697"/>
            <a:ext cx="1284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Seg0478"/>
          <p:cNvSpPr/>
          <p:nvPr/>
        </p:nvSpPr>
        <p:spPr>
          <a:xfrm rot="5951664">
            <a:off x="8962496" y="4000680"/>
            <a:ext cx="6478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Seg0479"/>
          <p:cNvSpPr/>
          <p:nvPr/>
        </p:nvSpPr>
        <p:spPr>
          <a:xfrm rot="10198608">
            <a:off x="8901126" y="4040427"/>
            <a:ext cx="892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Seg0480"/>
          <p:cNvSpPr/>
          <p:nvPr/>
        </p:nvSpPr>
        <p:spPr>
          <a:xfrm rot="2146534">
            <a:off x="8671774" y="3973951"/>
            <a:ext cx="25399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Seg0481"/>
          <p:cNvSpPr/>
          <p:nvPr/>
        </p:nvSpPr>
        <p:spPr>
          <a:xfrm rot="21092133">
            <a:off x="8522886" y="3912498"/>
            <a:ext cx="17379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Seg0482"/>
          <p:cNvSpPr/>
          <p:nvPr/>
        </p:nvSpPr>
        <p:spPr>
          <a:xfrm rot="2986386">
            <a:off x="8463263" y="3897191"/>
            <a:ext cx="7360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Seg0483"/>
          <p:cNvSpPr/>
          <p:nvPr/>
        </p:nvSpPr>
        <p:spPr>
          <a:xfrm rot="10111339">
            <a:off x="7975266" y="3919447"/>
            <a:ext cx="5060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Seg0484"/>
          <p:cNvSpPr/>
          <p:nvPr/>
        </p:nvSpPr>
        <p:spPr>
          <a:xfrm rot="5297515">
            <a:off x="7956975" y="3947134"/>
            <a:ext cx="4535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Seg0485"/>
          <p:cNvSpPr/>
          <p:nvPr/>
        </p:nvSpPr>
        <p:spPr>
          <a:xfrm rot="8043984">
            <a:off x="7963379" y="3887668"/>
            <a:ext cx="1024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Seg0486"/>
          <p:cNvSpPr/>
          <p:nvPr/>
        </p:nvSpPr>
        <p:spPr>
          <a:xfrm rot="9203995">
            <a:off x="8043552" y="3822686"/>
            <a:ext cx="12588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Seg0487"/>
          <p:cNvSpPr/>
          <p:nvPr/>
        </p:nvSpPr>
        <p:spPr>
          <a:xfrm rot="7579891">
            <a:off x="8146921" y="3763174"/>
            <a:ext cx="7778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Seg0488"/>
          <p:cNvSpPr/>
          <p:nvPr/>
        </p:nvSpPr>
        <p:spPr>
          <a:xfrm rot="9913533">
            <a:off x="8207327" y="3720076"/>
            <a:ext cx="922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Seg0489"/>
          <p:cNvSpPr/>
          <p:nvPr/>
        </p:nvSpPr>
        <p:spPr>
          <a:xfrm rot="6739629">
            <a:off x="8265447" y="3659616"/>
            <a:ext cx="1052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Seg0490"/>
          <p:cNvSpPr/>
          <p:nvPr/>
        </p:nvSpPr>
        <p:spPr>
          <a:xfrm rot="4923286">
            <a:off x="5773781" y="1695362"/>
            <a:ext cx="5856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Seg0491"/>
          <p:cNvSpPr/>
          <p:nvPr/>
        </p:nvSpPr>
        <p:spPr>
          <a:xfrm rot="162888">
            <a:off x="5116940" y="1961921"/>
            <a:ext cx="9907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Seg0492"/>
          <p:cNvSpPr/>
          <p:nvPr/>
        </p:nvSpPr>
        <p:spPr>
          <a:xfrm rot="16491081">
            <a:off x="4853313" y="1650904"/>
            <a:ext cx="5771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Seg0493"/>
          <p:cNvSpPr/>
          <p:nvPr/>
        </p:nvSpPr>
        <p:spPr>
          <a:xfrm rot="167762">
            <a:off x="5165796" y="1384344"/>
            <a:ext cx="8608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Seg0494"/>
          <p:cNvSpPr/>
          <p:nvPr/>
        </p:nvSpPr>
        <p:spPr>
          <a:xfrm rot="4840034">
            <a:off x="8236114" y="2690233"/>
            <a:ext cx="2571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Seg0495"/>
          <p:cNvSpPr/>
          <p:nvPr/>
        </p:nvSpPr>
        <p:spPr>
          <a:xfrm rot="16497944">
            <a:off x="8286020" y="2908304"/>
            <a:ext cx="1831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Seg0496"/>
          <p:cNvSpPr/>
          <p:nvPr/>
        </p:nvSpPr>
        <p:spPr>
          <a:xfrm rot="18197755">
            <a:off x="8304711" y="3034574"/>
            <a:ext cx="8386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Seg0497"/>
          <p:cNvSpPr/>
          <p:nvPr/>
        </p:nvSpPr>
        <p:spPr>
          <a:xfrm rot="19991961">
            <a:off x="8256147" y="3085697"/>
            <a:ext cx="713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Seg0498"/>
          <p:cNvSpPr/>
          <p:nvPr/>
        </p:nvSpPr>
        <p:spPr>
          <a:xfrm rot="16952357">
            <a:off x="8209923" y="3141916"/>
            <a:ext cx="8225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Seg0499"/>
          <p:cNvSpPr/>
          <p:nvPr/>
        </p:nvSpPr>
        <p:spPr>
          <a:xfrm rot="2711888">
            <a:off x="8210976" y="3169098"/>
            <a:ext cx="365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Seg0500"/>
          <p:cNvSpPr/>
          <p:nvPr/>
        </p:nvSpPr>
        <p:spPr>
          <a:xfrm rot="16977882">
            <a:off x="8143159" y="3214408"/>
            <a:ext cx="1195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Seg0501"/>
          <p:cNvSpPr/>
          <p:nvPr/>
        </p:nvSpPr>
        <p:spPr>
          <a:xfrm rot="20738886">
            <a:off x="8151157" y="3277513"/>
            <a:ext cx="389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Seg0502"/>
          <p:cNvSpPr/>
          <p:nvPr/>
        </p:nvSpPr>
        <p:spPr>
          <a:xfrm rot="13670790">
            <a:off x="8087011" y="3253619"/>
            <a:ext cx="7749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Seg0503"/>
          <p:cNvSpPr/>
          <p:nvPr/>
        </p:nvSpPr>
        <p:spPr>
          <a:xfrm rot="15806224">
            <a:off x="7534508" y="2948443"/>
            <a:ext cx="4967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Seg0504"/>
          <p:cNvSpPr/>
          <p:nvPr/>
        </p:nvSpPr>
        <p:spPr>
          <a:xfrm rot="21038272">
            <a:off x="7753230" y="2686182"/>
            <a:ext cx="1906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Seg0505"/>
          <p:cNvSpPr/>
          <p:nvPr/>
        </p:nvSpPr>
        <p:spPr>
          <a:xfrm rot="1089101">
            <a:off x="7938819" y="2694524"/>
            <a:ext cx="1531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Seg0506"/>
          <p:cNvSpPr/>
          <p:nvPr/>
        </p:nvSpPr>
        <p:spPr>
          <a:xfrm rot="20449843">
            <a:off x="8085175" y="2700900"/>
            <a:ext cx="1064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Seg0507"/>
          <p:cNvSpPr/>
          <p:nvPr/>
        </p:nvSpPr>
        <p:spPr>
          <a:xfrm rot="19336302">
            <a:off x="8168152" y="2623405"/>
            <a:ext cx="1961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Seg0508"/>
          <p:cNvSpPr/>
          <p:nvPr/>
        </p:nvSpPr>
        <p:spPr>
          <a:xfrm rot="101596">
            <a:off x="5129280" y="3674744"/>
            <a:ext cx="126032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Seg0509"/>
          <p:cNvSpPr/>
          <p:nvPr/>
        </p:nvSpPr>
        <p:spPr>
          <a:xfrm rot="5239860">
            <a:off x="6081804" y="4015566"/>
            <a:ext cx="64510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Seg0510"/>
          <p:cNvSpPr/>
          <p:nvPr/>
        </p:nvSpPr>
        <p:spPr>
          <a:xfrm rot="12443803">
            <a:off x="6295324" y="4307531"/>
            <a:ext cx="1314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Seg0511"/>
          <p:cNvSpPr/>
          <p:nvPr/>
        </p:nvSpPr>
        <p:spPr>
          <a:xfrm rot="20596825">
            <a:off x="6122923" y="4303711"/>
            <a:ext cx="18365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Seg0512"/>
          <p:cNvSpPr/>
          <p:nvPr/>
        </p:nvSpPr>
        <p:spPr>
          <a:xfrm rot="1834084">
            <a:off x="6029760" y="4303609"/>
            <a:ext cx="1042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Seg0513"/>
          <p:cNvSpPr/>
          <p:nvPr/>
        </p:nvSpPr>
        <p:spPr>
          <a:xfrm rot="18791338">
            <a:off x="5987842" y="4298371"/>
            <a:ext cx="583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Seg0514"/>
          <p:cNvSpPr/>
          <p:nvPr/>
        </p:nvSpPr>
        <p:spPr>
          <a:xfrm rot="1855880">
            <a:off x="5909549" y="4295442"/>
            <a:ext cx="9420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Seg0515"/>
          <p:cNvSpPr/>
          <p:nvPr/>
        </p:nvSpPr>
        <p:spPr>
          <a:xfrm rot="19112565">
            <a:off x="5883674" y="4283559"/>
            <a:ext cx="372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Seg0516"/>
          <p:cNvSpPr/>
          <p:nvPr/>
        </p:nvSpPr>
        <p:spPr>
          <a:xfrm rot="2886757">
            <a:off x="5830835" y="4270216"/>
            <a:ext cx="689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Seg0517"/>
          <p:cNvSpPr/>
          <p:nvPr/>
        </p:nvSpPr>
        <p:spPr>
          <a:xfrm rot="503352">
            <a:off x="5683036" y="4232865"/>
            <a:ext cx="1601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Seg0518"/>
          <p:cNvSpPr/>
          <p:nvPr/>
        </p:nvSpPr>
        <p:spPr>
          <a:xfrm rot="4508350">
            <a:off x="5659791" y="4202644"/>
            <a:ext cx="383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Seg0519"/>
          <p:cNvSpPr/>
          <p:nvPr/>
        </p:nvSpPr>
        <p:spPr>
          <a:xfrm rot="21514485">
            <a:off x="5605752" y="4184953"/>
            <a:ext cx="6831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Seg0520"/>
          <p:cNvSpPr/>
          <p:nvPr/>
        </p:nvSpPr>
        <p:spPr>
          <a:xfrm rot="2328422">
            <a:off x="5553947" y="4167552"/>
            <a:ext cx="5824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Seg0521"/>
          <p:cNvSpPr/>
          <p:nvPr/>
        </p:nvSpPr>
        <p:spPr>
          <a:xfrm rot="5544684">
            <a:off x="5382278" y="3963547"/>
            <a:ext cx="3718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Seg0522"/>
          <p:cNvSpPr/>
          <p:nvPr/>
        </p:nvSpPr>
        <p:spPr>
          <a:xfrm rot="10998964">
            <a:off x="5122135" y="3764653"/>
            <a:ext cx="4542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Seg0523"/>
          <p:cNvSpPr/>
          <p:nvPr/>
        </p:nvSpPr>
        <p:spPr>
          <a:xfrm rot="16453244">
            <a:off x="5078210" y="3703819"/>
            <a:ext cx="9565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Seg0524"/>
          <p:cNvSpPr/>
          <p:nvPr/>
        </p:nvSpPr>
        <p:spPr>
          <a:xfrm rot="2309705">
            <a:off x="2593872" y="1429556"/>
            <a:ext cx="912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Seg0525"/>
          <p:cNvSpPr/>
          <p:nvPr/>
        </p:nvSpPr>
        <p:spPr>
          <a:xfrm rot="5575134">
            <a:off x="2631937" y="1499025"/>
            <a:ext cx="822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Seg0526"/>
          <p:cNvSpPr/>
          <p:nvPr/>
        </p:nvSpPr>
        <p:spPr>
          <a:xfrm rot="12773063">
            <a:off x="2665244" y="1559540"/>
            <a:ext cx="715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Seg0527"/>
          <p:cNvSpPr/>
          <p:nvPr/>
        </p:nvSpPr>
        <p:spPr>
          <a:xfrm rot="10098398">
            <a:off x="2730408" y="1572323"/>
            <a:ext cx="6561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Seg0528"/>
          <p:cNvSpPr/>
          <p:nvPr/>
        </p:nvSpPr>
        <p:spPr>
          <a:xfrm rot="12526262">
            <a:off x="2790078" y="1586205"/>
            <a:ext cx="853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Seg0529"/>
          <p:cNvSpPr/>
          <p:nvPr/>
        </p:nvSpPr>
        <p:spPr>
          <a:xfrm rot="11092098">
            <a:off x="2869890" y="1612319"/>
            <a:ext cx="1315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Seg0530"/>
          <p:cNvSpPr/>
          <p:nvPr/>
        </p:nvSpPr>
        <p:spPr>
          <a:xfrm rot="10584846">
            <a:off x="3001061" y="1612586"/>
            <a:ext cx="16999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Seg0531"/>
          <p:cNvSpPr/>
          <p:nvPr/>
        </p:nvSpPr>
        <p:spPr>
          <a:xfrm rot="11607116">
            <a:off x="3167131" y="1639115"/>
            <a:ext cx="27377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Seg0532"/>
          <p:cNvSpPr/>
          <p:nvPr/>
        </p:nvSpPr>
        <p:spPr>
          <a:xfrm rot="3320428">
            <a:off x="3422640" y="1698636"/>
            <a:ext cx="6729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Seg0533"/>
          <p:cNvSpPr/>
          <p:nvPr/>
        </p:nvSpPr>
        <p:spPr>
          <a:xfrm rot="7346220">
            <a:off x="3264334" y="1842271"/>
            <a:ext cx="2747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Seg0534"/>
          <p:cNvSpPr/>
          <p:nvPr/>
        </p:nvSpPr>
        <p:spPr>
          <a:xfrm rot="11690538">
            <a:off x="2265072" y="2281706"/>
            <a:ext cx="10076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Seg0535"/>
          <p:cNvSpPr/>
          <p:nvPr/>
        </p:nvSpPr>
        <p:spPr>
          <a:xfrm rot="16239571">
            <a:off x="2199259" y="2069068"/>
            <a:ext cx="16717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Seg0536"/>
          <p:cNvSpPr/>
          <p:nvPr/>
        </p:nvSpPr>
        <p:spPr>
          <a:xfrm rot="18179839">
            <a:off x="2239961" y="1904739"/>
            <a:ext cx="19256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Seg0537"/>
          <p:cNvSpPr/>
          <p:nvPr/>
        </p:nvSpPr>
        <p:spPr>
          <a:xfrm rot="17414770">
            <a:off x="2255485" y="1632901"/>
            <a:ext cx="40734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Seg0538"/>
          <p:cNvSpPr/>
          <p:nvPr/>
        </p:nvSpPr>
        <p:spPr>
          <a:xfrm rot="19876186">
            <a:off x="2524433" y="1421492"/>
            <a:ext cx="845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Seg0539"/>
          <p:cNvSpPr/>
          <p:nvPr/>
        </p:nvSpPr>
        <p:spPr>
          <a:xfrm rot="4812696">
            <a:off x="8419465" y="2517877"/>
            <a:ext cx="4822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Seg0540"/>
          <p:cNvSpPr/>
          <p:nvPr/>
        </p:nvSpPr>
        <p:spPr>
          <a:xfrm rot="2405442">
            <a:off x="9035551" y="2472231"/>
            <a:ext cx="1542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Seg0541"/>
          <p:cNvSpPr/>
          <p:nvPr/>
        </p:nvSpPr>
        <p:spPr>
          <a:xfrm rot="6408404">
            <a:off x="9076807" y="2592313"/>
            <a:ext cx="14713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Seg0542"/>
          <p:cNvSpPr/>
          <p:nvPr/>
        </p:nvSpPr>
        <p:spPr>
          <a:xfrm rot="3023909">
            <a:off x="9107103" y="2709494"/>
            <a:ext cx="1213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Seg0543"/>
          <p:cNvSpPr/>
          <p:nvPr/>
        </p:nvSpPr>
        <p:spPr>
          <a:xfrm rot="8300723">
            <a:off x="9067151" y="2809245"/>
            <a:ext cx="1594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eg0544"/>
          <p:cNvSpPr/>
          <p:nvPr/>
        </p:nvSpPr>
        <p:spPr>
          <a:xfrm rot="10154454">
            <a:off x="8407936" y="2926216"/>
            <a:ext cx="68539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Seg0545"/>
          <p:cNvSpPr/>
          <p:nvPr/>
        </p:nvSpPr>
        <p:spPr>
          <a:xfrm rot="15640034">
            <a:off x="8162623" y="2776787"/>
            <a:ext cx="43253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Seg0546"/>
          <p:cNvSpPr/>
          <p:nvPr/>
        </p:nvSpPr>
        <p:spPr>
          <a:xfrm rot="19445495">
            <a:off x="8332595" y="2528750"/>
            <a:ext cx="1181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Seg0547"/>
          <p:cNvSpPr/>
          <p:nvPr/>
        </p:nvSpPr>
        <p:spPr>
          <a:xfrm rot="3460235">
            <a:off x="9628380" y="2359441"/>
            <a:ext cx="3627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eg0548"/>
          <p:cNvSpPr/>
          <p:nvPr/>
        </p:nvSpPr>
        <p:spPr>
          <a:xfrm rot="9389650">
            <a:off x="9629209" y="2380383"/>
            <a:ext cx="281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Seg0549"/>
          <p:cNvSpPr/>
          <p:nvPr/>
        </p:nvSpPr>
        <p:spPr>
          <a:xfrm rot="16724386">
            <a:off x="9612409" y="2365059"/>
            <a:ext cx="423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Seg0550"/>
          <p:cNvSpPr/>
          <p:nvPr/>
        </p:nvSpPr>
        <p:spPr>
          <a:xfrm rot="2332780">
            <a:off x="9566687" y="2316167"/>
            <a:ext cx="7284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Seg0551"/>
          <p:cNvSpPr/>
          <p:nvPr/>
        </p:nvSpPr>
        <p:spPr>
          <a:xfrm rot="6260138">
            <a:off x="9584986" y="2375126"/>
            <a:ext cx="7451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eg0552"/>
          <p:cNvSpPr/>
          <p:nvPr/>
        </p:nvSpPr>
        <p:spPr>
          <a:xfrm rot="9319375">
            <a:off x="9561167" y="2422564"/>
            <a:ext cx="543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Seg0553"/>
          <p:cNvSpPr/>
          <p:nvPr/>
        </p:nvSpPr>
        <p:spPr>
          <a:xfrm rot="15548053">
            <a:off x="9485565" y="2369385"/>
            <a:ext cx="13139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Seg0554"/>
          <p:cNvSpPr/>
          <p:nvPr/>
        </p:nvSpPr>
        <p:spPr>
          <a:xfrm rot="20528451">
            <a:off x="9537970" y="2299084"/>
            <a:ext cx="376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Seg0555"/>
          <p:cNvSpPr/>
          <p:nvPr/>
        </p:nvSpPr>
        <p:spPr>
          <a:xfrm rot="20134087">
            <a:off x="8159389" y="3915954"/>
            <a:ext cx="13381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eg0556"/>
          <p:cNvSpPr/>
          <p:nvPr/>
        </p:nvSpPr>
        <p:spPr>
          <a:xfrm rot="21252359">
            <a:off x="8286724" y="3878687"/>
            <a:ext cx="1900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Seg0557"/>
          <p:cNvSpPr/>
          <p:nvPr/>
        </p:nvSpPr>
        <p:spPr>
          <a:xfrm rot="8167955">
            <a:off x="8837982" y="4073897"/>
            <a:ext cx="741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Seg0558"/>
          <p:cNvSpPr/>
          <p:nvPr/>
        </p:nvSpPr>
        <p:spPr>
          <a:xfrm rot="6524359">
            <a:off x="8757377" y="4164788"/>
            <a:ext cx="1376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Seg0559"/>
          <p:cNvSpPr/>
          <p:nvPr/>
        </p:nvSpPr>
        <p:spPr>
          <a:xfrm rot="10202098">
            <a:off x="8768798" y="4233056"/>
            <a:ext cx="3557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Seg0560"/>
          <p:cNvSpPr/>
          <p:nvPr/>
        </p:nvSpPr>
        <p:spPr>
          <a:xfrm rot="7716276">
            <a:off x="8542453" y="4345184"/>
            <a:ext cx="27909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Seg0561"/>
          <p:cNvSpPr/>
          <p:nvPr/>
        </p:nvSpPr>
        <p:spPr>
          <a:xfrm rot="7355201">
            <a:off x="6050370" y="2016446"/>
            <a:ext cx="737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Seg0562"/>
          <p:cNvSpPr/>
          <p:nvPr/>
        </p:nvSpPr>
        <p:spPr>
          <a:xfrm rot="5595149">
            <a:off x="5937647" y="2279433"/>
            <a:ext cx="34704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Seg0563"/>
          <p:cNvSpPr/>
          <p:nvPr/>
        </p:nvSpPr>
        <p:spPr>
          <a:xfrm rot="3516636">
            <a:off x="6081777" y="2621247"/>
            <a:ext cx="492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Seg0564"/>
          <p:cNvSpPr/>
          <p:nvPr/>
        </p:nvSpPr>
        <p:spPr>
          <a:xfrm rot="12774166">
            <a:off x="6002363" y="2607761"/>
            <a:ext cx="12706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Seg0565"/>
          <p:cNvSpPr/>
          <p:nvPr/>
        </p:nvSpPr>
        <p:spPr>
          <a:xfrm rot="16495725">
            <a:off x="4813199" y="2217645"/>
            <a:ext cx="56044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Seg0566"/>
          <p:cNvSpPr/>
          <p:nvPr/>
        </p:nvSpPr>
        <p:spPr>
          <a:xfrm rot="21257460">
            <a:off x="7374784" y="3658955"/>
            <a:ext cx="96569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Seg0567"/>
          <p:cNvSpPr/>
          <p:nvPr/>
        </p:nvSpPr>
        <p:spPr>
          <a:xfrm rot="10489779">
            <a:off x="7057204" y="4011479"/>
            <a:ext cx="9250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Seg0568"/>
          <p:cNvSpPr/>
          <p:nvPr/>
        </p:nvSpPr>
        <p:spPr>
          <a:xfrm rot="17318358">
            <a:off x="6953243" y="3905756"/>
            <a:ext cx="31112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Seg0569"/>
          <p:cNvSpPr/>
          <p:nvPr/>
        </p:nvSpPr>
        <p:spPr>
          <a:xfrm rot="21339466">
            <a:off x="7158201" y="3749848"/>
            <a:ext cx="22466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Seg0570"/>
          <p:cNvSpPr/>
          <p:nvPr/>
        </p:nvSpPr>
        <p:spPr>
          <a:xfrm rot="199657">
            <a:off x="5116341" y="3764439"/>
            <a:ext cx="46006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Seg0571"/>
          <p:cNvSpPr/>
          <p:nvPr/>
        </p:nvSpPr>
        <p:spPr>
          <a:xfrm rot="1820128">
            <a:off x="6292118" y="4316307"/>
            <a:ext cx="1544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Seg0572"/>
          <p:cNvSpPr/>
          <p:nvPr/>
        </p:nvSpPr>
        <p:spPr>
          <a:xfrm rot="21467829">
            <a:off x="6436009" y="4354293"/>
            <a:ext cx="534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Seg0573"/>
          <p:cNvSpPr/>
          <p:nvPr/>
        </p:nvSpPr>
        <p:spPr>
          <a:xfrm rot="5329148">
            <a:off x="6343766" y="4501953"/>
            <a:ext cx="29743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Seg0574"/>
          <p:cNvSpPr/>
          <p:nvPr/>
        </p:nvSpPr>
        <p:spPr>
          <a:xfrm rot="9926464">
            <a:off x="6423616" y="5103933"/>
            <a:ext cx="11630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Seg0575"/>
          <p:cNvSpPr/>
          <p:nvPr/>
        </p:nvSpPr>
        <p:spPr>
          <a:xfrm rot="13853390">
            <a:off x="6377879" y="5095901"/>
            <a:ext cx="5838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Seg0576"/>
          <p:cNvSpPr/>
          <p:nvPr/>
        </p:nvSpPr>
        <p:spPr>
          <a:xfrm rot="8116243">
            <a:off x="6334855" y="5095387"/>
            <a:ext cx="629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Seg0577"/>
          <p:cNvSpPr/>
          <p:nvPr/>
        </p:nvSpPr>
        <p:spPr>
          <a:xfrm rot="3978053">
            <a:off x="6328737" y="5140834"/>
            <a:ext cx="509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Seg0578"/>
          <p:cNvSpPr/>
          <p:nvPr/>
        </p:nvSpPr>
        <p:spPr>
          <a:xfrm rot="8002234">
            <a:off x="6265835" y="5206635"/>
            <a:ext cx="1169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Seg0579"/>
          <p:cNvSpPr/>
          <p:nvPr/>
        </p:nvSpPr>
        <p:spPr>
          <a:xfrm rot="9205968">
            <a:off x="6177791" y="5274235"/>
            <a:ext cx="11228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Seg0580"/>
          <p:cNvSpPr/>
          <p:nvPr/>
        </p:nvSpPr>
        <p:spPr>
          <a:xfrm rot="11342456">
            <a:off x="6069554" y="5290318"/>
            <a:ext cx="11487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Seg0581"/>
          <p:cNvSpPr/>
          <p:nvPr/>
        </p:nvSpPr>
        <p:spPr>
          <a:xfrm rot="2898499">
            <a:off x="6059265" y="5305828"/>
            <a:ext cx="6571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Seg0582"/>
          <p:cNvSpPr/>
          <p:nvPr/>
        </p:nvSpPr>
        <p:spPr>
          <a:xfrm rot="10479219">
            <a:off x="6051385" y="5333286"/>
            <a:ext cx="627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Seg0583"/>
          <p:cNvSpPr/>
          <p:nvPr/>
        </p:nvSpPr>
        <p:spPr>
          <a:xfrm rot="7373068">
            <a:off x="5870944" y="5434490"/>
            <a:ext cx="2340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Seg0584"/>
          <p:cNvSpPr/>
          <p:nvPr/>
        </p:nvSpPr>
        <p:spPr>
          <a:xfrm rot="5748324">
            <a:off x="5870107" y="5581856"/>
            <a:ext cx="986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Seg0585"/>
          <p:cNvSpPr/>
          <p:nvPr/>
        </p:nvSpPr>
        <p:spPr>
          <a:xfrm rot="4232612">
            <a:off x="5857534" y="5711415"/>
            <a:ext cx="1706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Seg0586"/>
          <p:cNvSpPr/>
          <p:nvPr/>
        </p:nvSpPr>
        <p:spPr>
          <a:xfrm rot="9630274">
            <a:off x="5916499" y="5801306"/>
            <a:ext cx="5643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Seg0587"/>
          <p:cNvSpPr/>
          <p:nvPr/>
        </p:nvSpPr>
        <p:spPr>
          <a:xfrm rot="12290426">
            <a:off x="5623411" y="5745818"/>
            <a:ext cx="30899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Seg0588"/>
          <p:cNvSpPr/>
          <p:nvPr/>
        </p:nvSpPr>
        <p:spPr>
          <a:xfrm rot="15338287">
            <a:off x="5521964" y="5591074"/>
            <a:ext cx="18547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Seg0589"/>
          <p:cNvSpPr/>
          <p:nvPr/>
        </p:nvSpPr>
        <p:spPr>
          <a:xfrm rot="13804148">
            <a:off x="5423714" y="5422778"/>
            <a:ext cx="2046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Seg0590"/>
          <p:cNvSpPr/>
          <p:nvPr/>
        </p:nvSpPr>
        <p:spPr>
          <a:xfrm rot="15039258">
            <a:off x="5348415" y="5264983"/>
            <a:ext cx="1681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Seg0591"/>
          <p:cNvSpPr/>
          <p:nvPr/>
        </p:nvSpPr>
        <p:spPr>
          <a:xfrm rot="13702481">
            <a:off x="5259718" y="5120550"/>
            <a:ext cx="17416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Seg0592"/>
          <p:cNvSpPr/>
          <p:nvPr/>
        </p:nvSpPr>
        <p:spPr>
          <a:xfrm rot="11502186">
            <a:off x="5136439" y="5039825"/>
            <a:ext cx="15411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Seg0593"/>
          <p:cNvSpPr/>
          <p:nvPr/>
        </p:nvSpPr>
        <p:spPr>
          <a:xfrm rot="8212582">
            <a:off x="4939351" y="5102708"/>
            <a:ext cx="22971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Seg0594"/>
          <p:cNvSpPr/>
          <p:nvPr/>
        </p:nvSpPr>
        <p:spPr>
          <a:xfrm rot="12978121">
            <a:off x="4754837" y="5110560"/>
            <a:ext cx="23870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Seg0595"/>
          <p:cNvSpPr/>
          <p:nvPr/>
        </p:nvSpPr>
        <p:spPr>
          <a:xfrm rot="15325677">
            <a:off x="4660119" y="4948742"/>
            <a:ext cx="18837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Seg0596"/>
          <p:cNvSpPr/>
          <p:nvPr/>
        </p:nvSpPr>
        <p:spPr>
          <a:xfrm rot="13667115">
            <a:off x="4412816" y="4716809"/>
            <a:ext cx="38015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Seg0597"/>
          <p:cNvSpPr/>
          <p:nvPr/>
        </p:nvSpPr>
        <p:spPr>
          <a:xfrm rot="207614">
            <a:off x="4474655" y="4593366"/>
            <a:ext cx="57440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Seg0598"/>
          <p:cNvSpPr/>
          <p:nvPr/>
        </p:nvSpPr>
        <p:spPr>
          <a:xfrm rot="16472145">
            <a:off x="4651475" y="4180893"/>
            <a:ext cx="8623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Seg0599"/>
          <p:cNvSpPr/>
          <p:nvPr/>
        </p:nvSpPr>
        <p:spPr>
          <a:xfrm rot="589859">
            <a:off x="3662459" y="2533114"/>
            <a:ext cx="4202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Seg0600"/>
          <p:cNvSpPr/>
          <p:nvPr/>
        </p:nvSpPr>
        <p:spPr>
          <a:xfrm rot="5944256">
            <a:off x="3968445" y="2663786"/>
            <a:ext cx="19199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Seg0601"/>
          <p:cNvSpPr/>
          <p:nvPr/>
        </p:nvSpPr>
        <p:spPr>
          <a:xfrm rot="508102">
            <a:off x="4047759" y="2779528"/>
            <a:ext cx="2844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Seg0602"/>
          <p:cNvSpPr/>
          <p:nvPr/>
        </p:nvSpPr>
        <p:spPr>
          <a:xfrm rot="16855572">
            <a:off x="3095677" y="2967619"/>
            <a:ext cx="95812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Seg0603"/>
          <p:cNvSpPr/>
          <p:nvPr/>
        </p:nvSpPr>
        <p:spPr>
          <a:xfrm rot="4701331">
            <a:off x="9400144" y="1779079"/>
            <a:ext cx="814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Seg0604"/>
          <p:cNvSpPr/>
          <p:nvPr/>
        </p:nvSpPr>
        <p:spPr>
          <a:xfrm rot="5630871">
            <a:off x="9316055" y="1959642"/>
            <a:ext cx="1506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Seg0605"/>
          <p:cNvSpPr/>
          <p:nvPr/>
        </p:nvSpPr>
        <p:spPr>
          <a:xfrm rot="4772320">
            <a:off x="9320248" y="2114243"/>
            <a:ext cx="16152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Seg0606"/>
          <p:cNvSpPr/>
          <p:nvPr/>
        </p:nvSpPr>
        <p:spPr>
          <a:xfrm rot="10059087">
            <a:off x="9304443" y="2205697"/>
            <a:ext cx="11253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Seg0607"/>
          <p:cNvSpPr/>
          <p:nvPr/>
        </p:nvSpPr>
        <p:spPr>
          <a:xfrm rot="20747239">
            <a:off x="9189464" y="1769499"/>
            <a:ext cx="2469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Seg0608"/>
          <p:cNvSpPr/>
          <p:nvPr/>
        </p:nvSpPr>
        <p:spPr>
          <a:xfrm rot="20072491">
            <a:off x="9172502" y="3176518"/>
            <a:ext cx="650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Seg0609"/>
          <p:cNvSpPr/>
          <p:nvPr/>
        </p:nvSpPr>
        <p:spPr>
          <a:xfrm rot="6577142">
            <a:off x="9097098" y="3259360"/>
            <a:ext cx="20558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Seg0610"/>
          <p:cNvSpPr/>
          <p:nvPr/>
        </p:nvSpPr>
        <p:spPr>
          <a:xfrm rot="15673342">
            <a:off x="9116221" y="3314038"/>
            <a:ext cx="8529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Seg0611"/>
          <p:cNvSpPr/>
          <p:nvPr/>
        </p:nvSpPr>
        <p:spPr>
          <a:xfrm rot="17158538">
            <a:off x="9121682" y="3231196"/>
            <a:ext cx="8465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Seg0612"/>
          <p:cNvSpPr/>
          <p:nvPr/>
        </p:nvSpPr>
        <p:spPr>
          <a:xfrm rot="12565318">
            <a:off x="8726084" y="3008639"/>
            <a:ext cx="9928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Seg0613"/>
          <p:cNvSpPr/>
          <p:nvPr/>
        </p:nvSpPr>
        <p:spPr>
          <a:xfrm rot="18462871">
            <a:off x="8809068" y="3012851"/>
            <a:ext cx="510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Seg0614"/>
          <p:cNvSpPr/>
          <p:nvPr/>
        </p:nvSpPr>
        <p:spPr>
          <a:xfrm rot="2172319">
            <a:off x="8840808" y="3021328"/>
            <a:ext cx="9701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Seg0615"/>
          <p:cNvSpPr/>
          <p:nvPr/>
        </p:nvSpPr>
        <p:spPr>
          <a:xfrm rot="5440801">
            <a:off x="8869731" y="3108016"/>
            <a:ext cx="1160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Seg0616"/>
          <p:cNvSpPr/>
          <p:nvPr/>
        </p:nvSpPr>
        <p:spPr>
          <a:xfrm rot="20375255">
            <a:off x="8925821" y="3159055"/>
            <a:ext cx="401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Seg0617"/>
          <p:cNvSpPr/>
          <p:nvPr/>
        </p:nvSpPr>
        <p:spPr>
          <a:xfrm rot="1644859">
            <a:off x="8956343" y="3186218"/>
            <a:ext cx="1483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Seg0618"/>
          <p:cNvSpPr/>
          <p:nvPr/>
        </p:nvSpPr>
        <p:spPr>
          <a:xfrm rot="4813144">
            <a:off x="9032202" y="3296575"/>
            <a:ext cx="1546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Seg0619"/>
          <p:cNvSpPr/>
          <p:nvPr/>
        </p:nvSpPr>
        <p:spPr>
          <a:xfrm rot="7188984">
            <a:off x="9099485" y="3386204"/>
            <a:ext cx="3095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Seg0620"/>
          <p:cNvSpPr/>
          <p:nvPr/>
        </p:nvSpPr>
        <p:spPr>
          <a:xfrm rot="11734130">
            <a:off x="9064520" y="3393790"/>
            <a:ext cx="435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Seg0621"/>
          <p:cNvSpPr/>
          <p:nvPr/>
        </p:nvSpPr>
        <p:spPr>
          <a:xfrm rot="1642997">
            <a:off x="9063357" y="3395997"/>
            <a:ext cx="350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Seg0622"/>
          <p:cNvSpPr/>
          <p:nvPr/>
        </p:nvSpPr>
        <p:spPr>
          <a:xfrm rot="21128493">
            <a:off x="9096056" y="3398965"/>
            <a:ext cx="7436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Seg0623"/>
          <p:cNvSpPr/>
          <p:nvPr/>
        </p:nvSpPr>
        <p:spPr>
          <a:xfrm rot="3780636">
            <a:off x="9149871" y="3426833"/>
            <a:ext cx="7395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Seg0624"/>
          <p:cNvSpPr/>
          <p:nvPr/>
        </p:nvSpPr>
        <p:spPr>
          <a:xfrm rot="10240532">
            <a:off x="8031581" y="3555368"/>
            <a:ext cx="11798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Seg0625"/>
          <p:cNvSpPr/>
          <p:nvPr/>
        </p:nvSpPr>
        <p:spPr>
          <a:xfrm rot="20026546">
            <a:off x="8034974" y="3632051"/>
            <a:ext cx="855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Seg0626"/>
          <p:cNvSpPr/>
          <p:nvPr/>
        </p:nvSpPr>
        <p:spPr>
          <a:xfrm rot="2840933">
            <a:off x="8255451" y="3466045"/>
            <a:ext cx="7744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Seg0627"/>
          <p:cNvSpPr/>
          <p:nvPr/>
        </p:nvSpPr>
        <p:spPr>
          <a:xfrm rot="9302443">
            <a:off x="8310385" y="3449218"/>
            <a:ext cx="21474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Seg0628"/>
          <p:cNvSpPr/>
          <p:nvPr/>
        </p:nvSpPr>
        <p:spPr>
          <a:xfrm rot="6314117">
            <a:off x="8430515" y="3293199"/>
            <a:ext cx="22948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Seg0629"/>
          <p:cNvSpPr/>
          <p:nvPr/>
        </p:nvSpPr>
        <p:spPr>
          <a:xfrm rot="12313240">
            <a:off x="8572540" y="3195318"/>
            <a:ext cx="60215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Seg0630"/>
          <p:cNvSpPr/>
          <p:nvPr/>
        </p:nvSpPr>
        <p:spPr>
          <a:xfrm rot="6533738">
            <a:off x="8597361" y="3162637"/>
            <a:ext cx="9620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Seg0631"/>
          <p:cNvSpPr/>
          <p:nvPr/>
        </p:nvSpPr>
        <p:spPr>
          <a:xfrm rot="12721073">
            <a:off x="8659140" y="3123752"/>
            <a:ext cx="2498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Seg0632"/>
          <p:cNvSpPr/>
          <p:nvPr/>
        </p:nvSpPr>
        <p:spPr>
          <a:xfrm rot="7245255">
            <a:off x="8656961" y="3085940"/>
            <a:ext cx="10341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Seg0633"/>
          <p:cNvSpPr/>
          <p:nvPr/>
        </p:nvSpPr>
        <p:spPr>
          <a:xfrm rot="5242705">
            <a:off x="8705141" y="3012878"/>
            <a:ext cx="5731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Seg0634"/>
          <p:cNvSpPr/>
          <p:nvPr/>
        </p:nvSpPr>
        <p:spPr>
          <a:xfrm rot="6068713">
            <a:off x="3208042" y="1392307"/>
            <a:ext cx="5680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Seg0635"/>
          <p:cNvSpPr/>
          <p:nvPr/>
        </p:nvSpPr>
        <p:spPr>
          <a:xfrm rot="15658010">
            <a:off x="2607117" y="1485597"/>
            <a:ext cx="1103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Seg0636"/>
          <p:cNvSpPr/>
          <p:nvPr/>
        </p:nvSpPr>
        <p:spPr>
          <a:xfrm rot="12530637">
            <a:off x="2533870" y="1400283"/>
            <a:ext cx="1276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Seg0637"/>
          <p:cNvSpPr/>
          <p:nvPr/>
        </p:nvSpPr>
        <p:spPr>
          <a:xfrm rot="18981008">
            <a:off x="2535527" y="1353839"/>
            <a:ext cx="4532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Seg0638"/>
          <p:cNvSpPr/>
          <p:nvPr/>
        </p:nvSpPr>
        <p:spPr>
          <a:xfrm rot="16004705">
            <a:off x="2430500" y="1202073"/>
            <a:ext cx="27268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Seg0639"/>
          <p:cNvSpPr/>
          <p:nvPr/>
        </p:nvSpPr>
        <p:spPr>
          <a:xfrm rot="17364528">
            <a:off x="2528074" y="1022120"/>
            <a:ext cx="9294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Seg0640"/>
          <p:cNvSpPr/>
          <p:nvPr/>
        </p:nvSpPr>
        <p:spPr>
          <a:xfrm rot="2689534">
            <a:off x="2577116" y="1009499"/>
            <a:ext cx="8854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Seg0641"/>
          <p:cNvSpPr/>
          <p:nvPr/>
        </p:nvSpPr>
        <p:spPr>
          <a:xfrm rot="1317763">
            <a:off x="2647265" y="1069155"/>
            <a:ext cx="1521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Seg0642"/>
          <p:cNvSpPr/>
          <p:nvPr/>
        </p:nvSpPr>
        <p:spPr>
          <a:xfrm rot="3740981">
            <a:off x="2779703" y="1121015"/>
            <a:ext cx="528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Seg0643"/>
          <p:cNvSpPr/>
          <p:nvPr/>
        </p:nvSpPr>
        <p:spPr>
          <a:xfrm rot="5971217">
            <a:off x="2755945" y="1197282"/>
            <a:ext cx="10718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Seg0644"/>
          <p:cNvSpPr/>
          <p:nvPr/>
        </p:nvSpPr>
        <p:spPr>
          <a:xfrm rot="17777333">
            <a:off x="2762610" y="1188880"/>
            <a:ext cx="13664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Seg0645"/>
          <p:cNvSpPr/>
          <p:nvPr/>
        </p:nvSpPr>
        <p:spPr>
          <a:xfrm rot="15949614">
            <a:off x="2756999" y="1030758"/>
            <a:ext cx="19424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Seg0646"/>
          <p:cNvSpPr/>
          <p:nvPr/>
        </p:nvSpPr>
        <p:spPr>
          <a:xfrm rot="864290">
            <a:off x="2835698" y="1023773"/>
            <a:ext cx="72260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Seg0647"/>
          <p:cNvSpPr/>
          <p:nvPr/>
        </p:nvSpPr>
        <p:spPr>
          <a:xfrm rot="19817660">
            <a:off x="2803193" y="1064802"/>
            <a:ext cx="3309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Seg0648"/>
          <p:cNvSpPr/>
          <p:nvPr/>
        </p:nvSpPr>
        <p:spPr>
          <a:xfrm rot="6613716">
            <a:off x="2808363" y="1074556"/>
            <a:ext cx="3826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Seg0649"/>
          <p:cNvSpPr/>
          <p:nvPr/>
        </p:nvSpPr>
        <p:spPr>
          <a:xfrm rot="13890440">
            <a:off x="2800662" y="1082755"/>
            <a:ext cx="2492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Seg0650"/>
          <p:cNvSpPr/>
          <p:nvPr/>
        </p:nvSpPr>
        <p:spPr>
          <a:xfrm rot="18273768">
            <a:off x="2772887" y="1000667"/>
            <a:ext cx="50990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Seg0651"/>
          <p:cNvSpPr/>
          <p:nvPr/>
        </p:nvSpPr>
        <p:spPr>
          <a:xfrm rot="5568988">
            <a:off x="2782851" y="1008226"/>
            <a:ext cx="571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Seg0652"/>
          <p:cNvSpPr/>
          <p:nvPr/>
        </p:nvSpPr>
        <p:spPr>
          <a:xfrm rot="12603864">
            <a:off x="2781888" y="1029221"/>
            <a:ext cx="3017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Seg0653"/>
          <p:cNvSpPr/>
          <p:nvPr/>
        </p:nvSpPr>
        <p:spPr>
          <a:xfrm rot="4840034">
            <a:off x="8312020" y="2903637"/>
            <a:ext cx="17543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Seg0654"/>
          <p:cNvSpPr/>
          <p:nvPr/>
        </p:nvSpPr>
        <p:spPr>
          <a:xfrm rot="21021215">
            <a:off x="8412895" y="2977562"/>
            <a:ext cx="1507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Seg0655"/>
          <p:cNvSpPr/>
          <p:nvPr/>
        </p:nvSpPr>
        <p:spPr>
          <a:xfrm rot="18517765">
            <a:off x="8563721" y="3032651"/>
            <a:ext cx="7643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Seg0656"/>
          <p:cNvSpPr/>
          <p:nvPr/>
        </p:nvSpPr>
        <p:spPr>
          <a:xfrm rot="20659603">
            <a:off x="8624107" y="2990486"/>
            <a:ext cx="911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Seg0657"/>
          <p:cNvSpPr/>
          <p:nvPr/>
        </p:nvSpPr>
        <p:spPr>
          <a:xfrm rot="18624022">
            <a:off x="8703828" y="2957169"/>
            <a:ext cx="55173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Seg0658"/>
          <p:cNvSpPr/>
          <p:nvPr/>
        </p:nvSpPr>
        <p:spPr>
          <a:xfrm rot="545575">
            <a:off x="8748965" y="2940300"/>
            <a:ext cx="5237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Seg0659"/>
          <p:cNvSpPr/>
          <p:nvPr/>
        </p:nvSpPr>
        <p:spPr>
          <a:xfrm rot="3701299">
            <a:off x="8786257" y="2969154"/>
            <a:ext cx="561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Seg0660"/>
          <p:cNvSpPr/>
          <p:nvPr/>
        </p:nvSpPr>
        <p:spPr>
          <a:xfrm rot="6149338">
            <a:off x="8803254" y="3013448"/>
            <a:ext cx="4010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Seg0661"/>
          <p:cNvSpPr/>
          <p:nvPr/>
        </p:nvSpPr>
        <p:spPr>
          <a:xfrm rot="13222454">
            <a:off x="8156609" y="3434301"/>
            <a:ext cx="1859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Seg0662"/>
          <p:cNvSpPr/>
          <p:nvPr/>
        </p:nvSpPr>
        <p:spPr>
          <a:xfrm rot="15216347">
            <a:off x="8117451" y="3328210"/>
            <a:ext cx="9561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Seg0663"/>
          <p:cNvSpPr/>
          <p:nvPr/>
        </p:nvSpPr>
        <p:spPr>
          <a:xfrm rot="2087788">
            <a:off x="6838035" y="1848313"/>
            <a:ext cx="12780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Seg0664"/>
          <p:cNvSpPr/>
          <p:nvPr/>
        </p:nvSpPr>
        <p:spPr>
          <a:xfrm rot="4511554">
            <a:off x="7277360" y="2072035"/>
            <a:ext cx="4757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Seg0665"/>
          <p:cNvSpPr/>
          <p:nvPr/>
        </p:nvSpPr>
        <p:spPr>
          <a:xfrm rot="6973776">
            <a:off x="7221989" y="2148056"/>
            <a:ext cx="11822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Seg0666"/>
          <p:cNvSpPr/>
          <p:nvPr/>
        </p:nvSpPr>
        <p:spPr>
          <a:xfrm rot="18739831">
            <a:off x="7224769" y="2132707"/>
            <a:ext cx="18497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Seg0667"/>
          <p:cNvSpPr/>
          <p:nvPr/>
        </p:nvSpPr>
        <p:spPr>
          <a:xfrm rot="6151372">
            <a:off x="7139489" y="2256914"/>
            <a:ext cx="39454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Seg0668"/>
          <p:cNvSpPr/>
          <p:nvPr/>
        </p:nvSpPr>
        <p:spPr>
          <a:xfrm rot="4745871">
            <a:off x="7235079" y="2520833"/>
            <a:ext cx="14529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Seg0669"/>
          <p:cNvSpPr/>
          <p:nvPr/>
        </p:nvSpPr>
        <p:spPr>
          <a:xfrm rot="12883086">
            <a:off x="6858722" y="2595782"/>
            <a:ext cx="7516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Seg0670"/>
          <p:cNvSpPr/>
          <p:nvPr/>
        </p:nvSpPr>
        <p:spPr>
          <a:xfrm rot="14819637">
            <a:off x="6757359" y="2408911"/>
            <a:ext cx="150362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Seg0671"/>
          <p:cNvSpPr/>
          <p:nvPr/>
        </p:nvSpPr>
        <p:spPr>
          <a:xfrm rot="20473054">
            <a:off x="6661023" y="1805080"/>
            <a:ext cx="198064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Seg0672"/>
          <p:cNvSpPr/>
          <p:nvPr/>
        </p:nvSpPr>
        <p:spPr>
          <a:xfrm rot="5785412">
            <a:off x="6832189" y="1792520"/>
            <a:ext cx="38897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Seg0673"/>
          <p:cNvSpPr/>
          <p:nvPr/>
        </p:nvSpPr>
        <p:spPr>
          <a:xfrm rot="421781">
            <a:off x="4165679" y="2060374"/>
            <a:ext cx="938646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Seg0674"/>
          <p:cNvSpPr/>
          <p:nvPr/>
        </p:nvSpPr>
        <p:spPr>
          <a:xfrm rot="5687967">
            <a:off x="4687374" y="2497979"/>
            <a:ext cx="763009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Seg0675"/>
          <p:cNvSpPr/>
          <p:nvPr/>
        </p:nvSpPr>
        <p:spPr>
          <a:xfrm rot="11214142">
            <a:off x="4045705" y="2818365"/>
            <a:ext cx="994858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Seg0676"/>
          <p:cNvSpPr/>
          <p:nvPr/>
        </p:nvSpPr>
        <p:spPr>
          <a:xfrm rot="16740952">
            <a:off x="3726708" y="2380761"/>
            <a:ext cx="765101" cy="21945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Name_Alabama"/>
          <p:cNvSpPr txBox="1"/>
          <p:nvPr/>
        </p:nvSpPr>
        <p:spPr>
          <a:xfrm>
            <a:off x="274320" y="105156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Alabama</a:t>
            </a:r>
          </a:p>
        </p:txBody>
      </p:sp>
      <p:sp>
        <p:nvSpPr>
          <p:cNvPr id="729" name="Name_Arizona"/>
          <p:cNvSpPr txBox="1"/>
          <p:nvPr/>
        </p:nvSpPr>
        <p:spPr>
          <a:xfrm>
            <a:off x="274320" y="1266443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Arizona</a:t>
            </a:r>
          </a:p>
        </p:txBody>
      </p:sp>
      <p:sp>
        <p:nvSpPr>
          <p:cNvPr id="730" name="Name_Arkansas"/>
          <p:cNvSpPr txBox="1"/>
          <p:nvPr/>
        </p:nvSpPr>
        <p:spPr>
          <a:xfrm>
            <a:off x="274320" y="148132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Arkansas</a:t>
            </a:r>
          </a:p>
        </p:txBody>
      </p:sp>
      <p:sp>
        <p:nvSpPr>
          <p:cNvPr id="731" name="Name_California"/>
          <p:cNvSpPr txBox="1"/>
          <p:nvPr/>
        </p:nvSpPr>
        <p:spPr>
          <a:xfrm>
            <a:off x="274320" y="169621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California</a:t>
            </a:r>
          </a:p>
        </p:txBody>
      </p:sp>
      <p:sp>
        <p:nvSpPr>
          <p:cNvPr id="732" name="Name_Colorado"/>
          <p:cNvSpPr txBox="1"/>
          <p:nvPr/>
        </p:nvSpPr>
        <p:spPr>
          <a:xfrm>
            <a:off x="274320" y="191109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Colorado</a:t>
            </a:r>
          </a:p>
        </p:txBody>
      </p:sp>
      <p:sp>
        <p:nvSpPr>
          <p:cNvPr id="733" name="Name_Connecticut"/>
          <p:cNvSpPr txBox="1"/>
          <p:nvPr/>
        </p:nvSpPr>
        <p:spPr>
          <a:xfrm>
            <a:off x="274320" y="2125979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Connecticut</a:t>
            </a:r>
          </a:p>
        </p:txBody>
      </p:sp>
      <p:sp>
        <p:nvSpPr>
          <p:cNvPr id="734" name="Name_Delaware"/>
          <p:cNvSpPr txBox="1"/>
          <p:nvPr/>
        </p:nvSpPr>
        <p:spPr>
          <a:xfrm>
            <a:off x="274320" y="2340863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Delaware</a:t>
            </a:r>
          </a:p>
        </p:txBody>
      </p:sp>
      <p:sp>
        <p:nvSpPr>
          <p:cNvPr id="735" name="Name_Florida"/>
          <p:cNvSpPr txBox="1"/>
          <p:nvPr/>
        </p:nvSpPr>
        <p:spPr>
          <a:xfrm>
            <a:off x="274320" y="255574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Florida</a:t>
            </a:r>
          </a:p>
        </p:txBody>
      </p:sp>
      <p:sp>
        <p:nvSpPr>
          <p:cNvPr id="736" name="Name_Georgia"/>
          <p:cNvSpPr txBox="1"/>
          <p:nvPr/>
        </p:nvSpPr>
        <p:spPr>
          <a:xfrm>
            <a:off x="274320" y="277063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Georgia</a:t>
            </a:r>
          </a:p>
        </p:txBody>
      </p:sp>
      <p:sp>
        <p:nvSpPr>
          <p:cNvPr id="737" name="Name_Idaho"/>
          <p:cNvSpPr txBox="1"/>
          <p:nvPr/>
        </p:nvSpPr>
        <p:spPr>
          <a:xfrm>
            <a:off x="274320" y="298551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Idaho</a:t>
            </a:r>
          </a:p>
        </p:txBody>
      </p:sp>
      <p:sp>
        <p:nvSpPr>
          <p:cNvPr id="738" name="Name_Illinois"/>
          <p:cNvSpPr txBox="1"/>
          <p:nvPr/>
        </p:nvSpPr>
        <p:spPr>
          <a:xfrm>
            <a:off x="274320" y="3200399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Illinois</a:t>
            </a:r>
          </a:p>
        </p:txBody>
      </p:sp>
      <p:sp>
        <p:nvSpPr>
          <p:cNvPr id="739" name="Name_Indiana"/>
          <p:cNvSpPr txBox="1"/>
          <p:nvPr/>
        </p:nvSpPr>
        <p:spPr>
          <a:xfrm>
            <a:off x="274320" y="3415284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Indiana</a:t>
            </a:r>
          </a:p>
        </p:txBody>
      </p:sp>
      <p:sp>
        <p:nvSpPr>
          <p:cNvPr id="740" name="Name_Iowa"/>
          <p:cNvSpPr txBox="1"/>
          <p:nvPr/>
        </p:nvSpPr>
        <p:spPr>
          <a:xfrm>
            <a:off x="274320" y="363016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Iowa</a:t>
            </a:r>
          </a:p>
        </p:txBody>
      </p:sp>
      <p:sp>
        <p:nvSpPr>
          <p:cNvPr id="741" name="Name_Kansas"/>
          <p:cNvSpPr txBox="1"/>
          <p:nvPr/>
        </p:nvSpPr>
        <p:spPr>
          <a:xfrm>
            <a:off x="274320" y="384505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Kansas</a:t>
            </a:r>
          </a:p>
        </p:txBody>
      </p:sp>
      <p:sp>
        <p:nvSpPr>
          <p:cNvPr id="742" name="Name_Kentucky"/>
          <p:cNvSpPr txBox="1"/>
          <p:nvPr/>
        </p:nvSpPr>
        <p:spPr>
          <a:xfrm>
            <a:off x="274320" y="405993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Kentucky</a:t>
            </a:r>
          </a:p>
        </p:txBody>
      </p:sp>
      <p:sp>
        <p:nvSpPr>
          <p:cNvPr id="743" name="Name_Louisiana"/>
          <p:cNvSpPr txBox="1"/>
          <p:nvPr/>
        </p:nvSpPr>
        <p:spPr>
          <a:xfrm>
            <a:off x="274320" y="427482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Louisiana</a:t>
            </a:r>
          </a:p>
        </p:txBody>
      </p:sp>
      <p:sp>
        <p:nvSpPr>
          <p:cNvPr id="744" name="Name_Maine"/>
          <p:cNvSpPr txBox="1"/>
          <p:nvPr/>
        </p:nvSpPr>
        <p:spPr>
          <a:xfrm>
            <a:off x="274320" y="4489704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Maine</a:t>
            </a:r>
          </a:p>
        </p:txBody>
      </p:sp>
      <p:sp>
        <p:nvSpPr>
          <p:cNvPr id="745" name="Name_Maryland"/>
          <p:cNvSpPr txBox="1"/>
          <p:nvPr/>
        </p:nvSpPr>
        <p:spPr>
          <a:xfrm>
            <a:off x="274320" y="470458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Maryland</a:t>
            </a:r>
          </a:p>
        </p:txBody>
      </p:sp>
      <p:sp>
        <p:nvSpPr>
          <p:cNvPr id="746" name="Name_Massachusetts"/>
          <p:cNvSpPr txBox="1"/>
          <p:nvPr/>
        </p:nvSpPr>
        <p:spPr>
          <a:xfrm>
            <a:off x="274320" y="4919471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Massachusetts</a:t>
            </a:r>
          </a:p>
        </p:txBody>
      </p:sp>
      <p:sp>
        <p:nvSpPr>
          <p:cNvPr id="747" name="Name_Michigan"/>
          <p:cNvSpPr txBox="1"/>
          <p:nvPr/>
        </p:nvSpPr>
        <p:spPr>
          <a:xfrm>
            <a:off x="274320" y="5134356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Michigan</a:t>
            </a:r>
          </a:p>
        </p:txBody>
      </p:sp>
      <p:sp>
        <p:nvSpPr>
          <p:cNvPr id="748" name="Name_Minnesota"/>
          <p:cNvSpPr txBox="1"/>
          <p:nvPr/>
        </p:nvSpPr>
        <p:spPr>
          <a:xfrm>
            <a:off x="274320" y="534924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Minnesota</a:t>
            </a:r>
          </a:p>
        </p:txBody>
      </p:sp>
      <p:sp>
        <p:nvSpPr>
          <p:cNvPr id="749" name="Name_Mississippi"/>
          <p:cNvSpPr txBox="1"/>
          <p:nvPr/>
        </p:nvSpPr>
        <p:spPr>
          <a:xfrm>
            <a:off x="274320" y="5564123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Mississippi</a:t>
            </a:r>
          </a:p>
        </p:txBody>
      </p:sp>
      <p:sp>
        <p:nvSpPr>
          <p:cNvPr id="750" name="Name_Missouri"/>
          <p:cNvSpPr txBox="1"/>
          <p:nvPr/>
        </p:nvSpPr>
        <p:spPr>
          <a:xfrm>
            <a:off x="274320" y="577900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Missouri</a:t>
            </a:r>
          </a:p>
        </p:txBody>
      </p:sp>
      <p:sp>
        <p:nvSpPr>
          <p:cNvPr id="751" name="Name_Montana"/>
          <p:cNvSpPr txBox="1"/>
          <p:nvPr/>
        </p:nvSpPr>
        <p:spPr>
          <a:xfrm>
            <a:off x="274320" y="599389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Montana</a:t>
            </a:r>
          </a:p>
        </p:txBody>
      </p:sp>
      <p:sp>
        <p:nvSpPr>
          <p:cNvPr id="752" name="Name_Nebraska"/>
          <p:cNvSpPr txBox="1"/>
          <p:nvPr/>
        </p:nvSpPr>
        <p:spPr>
          <a:xfrm>
            <a:off x="10195560" y="105156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Nebraska</a:t>
            </a:r>
          </a:p>
        </p:txBody>
      </p:sp>
      <p:sp>
        <p:nvSpPr>
          <p:cNvPr id="753" name="Name_Nevada"/>
          <p:cNvSpPr txBox="1"/>
          <p:nvPr/>
        </p:nvSpPr>
        <p:spPr>
          <a:xfrm>
            <a:off x="10195560" y="1266443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Nevada</a:t>
            </a:r>
          </a:p>
        </p:txBody>
      </p:sp>
      <p:sp>
        <p:nvSpPr>
          <p:cNvPr id="754" name="Name_New Hampshire"/>
          <p:cNvSpPr txBox="1"/>
          <p:nvPr/>
        </p:nvSpPr>
        <p:spPr>
          <a:xfrm>
            <a:off x="10195560" y="148132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New Hampshire</a:t>
            </a:r>
          </a:p>
        </p:txBody>
      </p:sp>
      <p:sp>
        <p:nvSpPr>
          <p:cNvPr id="755" name="Name_New Jersey"/>
          <p:cNvSpPr txBox="1"/>
          <p:nvPr/>
        </p:nvSpPr>
        <p:spPr>
          <a:xfrm>
            <a:off x="10195560" y="169621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New Jersey</a:t>
            </a:r>
          </a:p>
        </p:txBody>
      </p:sp>
      <p:sp>
        <p:nvSpPr>
          <p:cNvPr id="756" name="Name_New Mexico"/>
          <p:cNvSpPr txBox="1"/>
          <p:nvPr/>
        </p:nvSpPr>
        <p:spPr>
          <a:xfrm>
            <a:off x="10195560" y="191109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New Mexico</a:t>
            </a:r>
          </a:p>
        </p:txBody>
      </p:sp>
      <p:sp>
        <p:nvSpPr>
          <p:cNvPr id="757" name="Name_New York"/>
          <p:cNvSpPr txBox="1"/>
          <p:nvPr/>
        </p:nvSpPr>
        <p:spPr>
          <a:xfrm>
            <a:off x="10195560" y="2125979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New York</a:t>
            </a:r>
          </a:p>
        </p:txBody>
      </p:sp>
      <p:sp>
        <p:nvSpPr>
          <p:cNvPr id="758" name="Name_North Carolina"/>
          <p:cNvSpPr txBox="1"/>
          <p:nvPr/>
        </p:nvSpPr>
        <p:spPr>
          <a:xfrm>
            <a:off x="10195560" y="2340863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North Carolina</a:t>
            </a:r>
          </a:p>
        </p:txBody>
      </p:sp>
      <p:sp>
        <p:nvSpPr>
          <p:cNvPr id="759" name="Name_North Dakota"/>
          <p:cNvSpPr txBox="1"/>
          <p:nvPr/>
        </p:nvSpPr>
        <p:spPr>
          <a:xfrm>
            <a:off x="10195560" y="255574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North Dakota</a:t>
            </a:r>
          </a:p>
        </p:txBody>
      </p:sp>
      <p:sp>
        <p:nvSpPr>
          <p:cNvPr id="760" name="Name_Ohio"/>
          <p:cNvSpPr txBox="1"/>
          <p:nvPr/>
        </p:nvSpPr>
        <p:spPr>
          <a:xfrm>
            <a:off x="10195560" y="277063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Ohio</a:t>
            </a:r>
          </a:p>
        </p:txBody>
      </p:sp>
      <p:sp>
        <p:nvSpPr>
          <p:cNvPr id="761" name="Name_Oklahoma"/>
          <p:cNvSpPr txBox="1"/>
          <p:nvPr/>
        </p:nvSpPr>
        <p:spPr>
          <a:xfrm>
            <a:off x="10195560" y="298551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Oklahoma</a:t>
            </a:r>
          </a:p>
        </p:txBody>
      </p:sp>
      <p:sp>
        <p:nvSpPr>
          <p:cNvPr id="762" name="Name_Oregon"/>
          <p:cNvSpPr txBox="1"/>
          <p:nvPr/>
        </p:nvSpPr>
        <p:spPr>
          <a:xfrm>
            <a:off x="10195560" y="3200399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Oregon</a:t>
            </a:r>
          </a:p>
        </p:txBody>
      </p:sp>
      <p:sp>
        <p:nvSpPr>
          <p:cNvPr id="763" name="Name_Pennsylvania"/>
          <p:cNvSpPr txBox="1"/>
          <p:nvPr/>
        </p:nvSpPr>
        <p:spPr>
          <a:xfrm>
            <a:off x="10195560" y="3415284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Pennsylvania</a:t>
            </a:r>
          </a:p>
        </p:txBody>
      </p:sp>
      <p:sp>
        <p:nvSpPr>
          <p:cNvPr id="764" name="Name_Rhode Island"/>
          <p:cNvSpPr txBox="1"/>
          <p:nvPr/>
        </p:nvSpPr>
        <p:spPr>
          <a:xfrm>
            <a:off x="10195560" y="363016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Rhode Island</a:t>
            </a:r>
          </a:p>
        </p:txBody>
      </p:sp>
      <p:sp>
        <p:nvSpPr>
          <p:cNvPr id="765" name="Name_South Carolina"/>
          <p:cNvSpPr txBox="1"/>
          <p:nvPr/>
        </p:nvSpPr>
        <p:spPr>
          <a:xfrm>
            <a:off x="10195560" y="384505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South Carolina</a:t>
            </a:r>
          </a:p>
        </p:txBody>
      </p:sp>
      <p:sp>
        <p:nvSpPr>
          <p:cNvPr id="766" name="Name_South Dakota"/>
          <p:cNvSpPr txBox="1"/>
          <p:nvPr/>
        </p:nvSpPr>
        <p:spPr>
          <a:xfrm>
            <a:off x="10195560" y="4059935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South Dakota</a:t>
            </a:r>
          </a:p>
        </p:txBody>
      </p:sp>
      <p:sp>
        <p:nvSpPr>
          <p:cNvPr id="767" name="Name_Tennessee"/>
          <p:cNvSpPr txBox="1"/>
          <p:nvPr/>
        </p:nvSpPr>
        <p:spPr>
          <a:xfrm>
            <a:off x="10195560" y="427482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Tennessee</a:t>
            </a:r>
          </a:p>
        </p:txBody>
      </p:sp>
      <p:sp>
        <p:nvSpPr>
          <p:cNvPr id="768" name="Name_Texas"/>
          <p:cNvSpPr txBox="1"/>
          <p:nvPr/>
        </p:nvSpPr>
        <p:spPr>
          <a:xfrm>
            <a:off x="10195560" y="4489704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Texas</a:t>
            </a:r>
          </a:p>
        </p:txBody>
      </p:sp>
      <p:sp>
        <p:nvSpPr>
          <p:cNvPr id="769" name="Name_Utah"/>
          <p:cNvSpPr txBox="1"/>
          <p:nvPr/>
        </p:nvSpPr>
        <p:spPr>
          <a:xfrm>
            <a:off x="10195560" y="470458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Utah</a:t>
            </a:r>
          </a:p>
        </p:txBody>
      </p:sp>
      <p:sp>
        <p:nvSpPr>
          <p:cNvPr id="770" name="Name_Vermont"/>
          <p:cNvSpPr txBox="1"/>
          <p:nvPr/>
        </p:nvSpPr>
        <p:spPr>
          <a:xfrm>
            <a:off x="10195560" y="4919471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Vermont</a:t>
            </a:r>
          </a:p>
        </p:txBody>
      </p:sp>
      <p:sp>
        <p:nvSpPr>
          <p:cNvPr id="771" name="Name_Virginia"/>
          <p:cNvSpPr txBox="1"/>
          <p:nvPr/>
        </p:nvSpPr>
        <p:spPr>
          <a:xfrm>
            <a:off x="10195560" y="5134356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Virginia</a:t>
            </a:r>
          </a:p>
        </p:txBody>
      </p:sp>
      <p:sp>
        <p:nvSpPr>
          <p:cNvPr id="772" name="Name_Washington"/>
          <p:cNvSpPr txBox="1"/>
          <p:nvPr/>
        </p:nvSpPr>
        <p:spPr>
          <a:xfrm>
            <a:off x="10195560" y="5349240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Washington</a:t>
            </a:r>
          </a:p>
        </p:txBody>
      </p:sp>
      <p:sp>
        <p:nvSpPr>
          <p:cNvPr id="773" name="Name_West Virginia"/>
          <p:cNvSpPr txBox="1"/>
          <p:nvPr/>
        </p:nvSpPr>
        <p:spPr>
          <a:xfrm>
            <a:off x="10195560" y="5564123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West Virginia</a:t>
            </a:r>
          </a:p>
        </p:txBody>
      </p:sp>
      <p:sp>
        <p:nvSpPr>
          <p:cNvPr id="774" name="Name_Wisconsin"/>
          <p:cNvSpPr txBox="1"/>
          <p:nvPr/>
        </p:nvSpPr>
        <p:spPr>
          <a:xfrm>
            <a:off x="10195560" y="5779008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Wisconsin</a:t>
            </a:r>
          </a:p>
        </p:txBody>
      </p:sp>
      <p:sp>
        <p:nvSpPr>
          <p:cNvPr id="775" name="Name_Wyoming"/>
          <p:cNvSpPr txBox="1"/>
          <p:nvPr/>
        </p:nvSpPr>
        <p:spPr>
          <a:xfrm>
            <a:off x="10195560" y="5993892"/>
            <a:ext cx="1828800" cy="237744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Wyoming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2200"/>
                                  </p:stCondLst>
                                  <p:childTnLst>
                                    <p:par>
                                      <p:cTn id="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320" fill="hold"/>
                                              <p:tgtEl>
                                                <p:spTgt spid="72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2275"/>
                                  </p:stCondLst>
                                  <p:childTnLst>
                                    <p:par>
                                      <p:cTn id="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320" fill="hold"/>
                                              <p:tgtEl>
                                                <p:spTgt spid="72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235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320" fill="hold"/>
                                              <p:tgtEl>
                                                <p:spTgt spid="73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2425"/>
                                  </p:stCondLst>
                                  <p:childTnLst>
                                    <p:par>
                                      <p:cTn id="1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320" fill="hold"/>
                                              <p:tgtEl>
                                                <p:spTgt spid="73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500"/>
                                  </p:stCondLst>
                                  <p:childTnLst>
                                    <p:par>
                                      <p:cTn id="20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320" fill="hold"/>
                                              <p:tgtEl>
                                                <p:spTgt spid="73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575"/>
                                  </p:stCondLst>
                                  <p:childTnLst>
                                    <p:par>
                                      <p:cTn id="2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320" fill="hold"/>
                                              <p:tgtEl>
                                                <p:spTgt spid="73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650"/>
                                  </p:stCondLst>
                                  <p:childTnLst>
                                    <p:par>
                                      <p:cTn id="2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0" dur="320" fill="hold"/>
                                              <p:tgtEl>
                                                <p:spTgt spid="734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5" fill="hold">
                                  <p:stCondLst>
                                    <p:cond delay="2725"/>
                                  </p:stCondLst>
                                  <p:childTnLst>
                                    <p:par>
                                      <p:cTn id="3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4" dur="320" fill="hold"/>
                                              <p:tgtEl>
                                                <p:spTgt spid="735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9" fill="hold">
                                  <p:stCondLst>
                                    <p:cond delay="2800"/>
                                  </p:stCondLst>
                                  <p:childTnLst>
                                    <p:par>
                                      <p:cTn id="3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8" dur="320" fill="hold"/>
                                              <p:tgtEl>
                                                <p:spTgt spid="736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2875"/>
                                  </p:stCondLst>
                                  <p:childTnLst>
                                    <p:par>
                                      <p:cTn id="40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42" dur="320" fill="hold"/>
                                              <p:tgtEl>
                                                <p:spTgt spid="737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7" fill="hold">
                                  <p:stCondLst>
                                    <p:cond delay="2950"/>
                                  </p:stCondLst>
                                  <p:childTnLst>
                                    <p:par>
                                      <p:cTn id="4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46" dur="320" fill="hold"/>
                                              <p:tgtEl>
                                                <p:spTgt spid="73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3025"/>
                                  </p:stCondLst>
                                  <p:childTnLst>
                                    <p:par>
                                      <p:cTn id="4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3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50" dur="320" fill="hold"/>
                                              <p:tgtEl>
                                                <p:spTgt spid="73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3100"/>
                                  </p:stCondLst>
                                  <p:childTnLst>
                                    <p:par>
                                      <p:cTn id="5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54" dur="320" fill="hold"/>
                                              <p:tgtEl>
                                                <p:spTgt spid="74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9" fill="hold">
                                  <p:stCondLst>
                                    <p:cond delay="3175"/>
                                  </p:stCondLst>
                                  <p:childTnLst>
                                    <p:par>
                                      <p:cTn id="5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58" dur="320" fill="hold"/>
                                              <p:tgtEl>
                                                <p:spTgt spid="74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3" fill="hold">
                                  <p:stCondLst>
                                    <p:cond delay="3250"/>
                                  </p:stCondLst>
                                  <p:childTnLst>
                                    <p:par>
                                      <p:cTn id="60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2" dur="320" fill="hold"/>
                                              <p:tgtEl>
                                                <p:spTgt spid="74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7" fill="hold">
                                  <p:stCondLst>
                                    <p:cond delay="3325"/>
                                  </p:stCondLst>
                                  <p:childTnLst>
                                    <p:par>
                                      <p:cTn id="6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6" dur="320" fill="hold"/>
                                              <p:tgtEl>
                                                <p:spTgt spid="74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1" fill="hold">
                                  <p:stCondLst>
                                    <p:cond delay="3400"/>
                                  </p:stCondLst>
                                  <p:childTnLst>
                                    <p:par>
                                      <p:cTn id="6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70" dur="320" fill="hold"/>
                                              <p:tgtEl>
                                                <p:spTgt spid="744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5" fill="hold">
                                  <p:stCondLst>
                                    <p:cond delay="3475"/>
                                  </p:stCondLst>
                                  <p:childTnLst>
                                    <p:par>
                                      <p:cTn id="7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74" dur="320" fill="hold"/>
                                              <p:tgtEl>
                                                <p:spTgt spid="745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9" fill="hold">
                                  <p:stCondLst>
                                    <p:cond delay="3550"/>
                                  </p:stCondLst>
                                  <p:childTnLst>
                                    <p:par>
                                      <p:cTn id="7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7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78" dur="320" fill="hold"/>
                                              <p:tgtEl>
                                                <p:spTgt spid="746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3" fill="hold">
                                  <p:stCondLst>
                                    <p:cond delay="3625"/>
                                  </p:stCondLst>
                                  <p:childTnLst>
                                    <p:par>
                                      <p:cTn id="80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82" dur="320" fill="hold"/>
                                              <p:tgtEl>
                                                <p:spTgt spid="747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7" fill="hold">
                                  <p:stCondLst>
                                    <p:cond delay="3700"/>
                                  </p:stCondLst>
                                  <p:childTnLst>
                                    <p:par>
                                      <p:cTn id="8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86" dur="320" fill="hold"/>
                                              <p:tgtEl>
                                                <p:spTgt spid="74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1" fill="hold">
                                  <p:stCondLst>
                                    <p:cond delay="3775"/>
                                  </p:stCondLst>
                                  <p:childTnLst>
                                    <p:par>
                                      <p:cTn id="8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4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90" dur="320" fill="hold"/>
                                              <p:tgtEl>
                                                <p:spTgt spid="74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5" fill="hold">
                                  <p:stCondLst>
                                    <p:cond delay="3850"/>
                                  </p:stCondLst>
                                  <p:childTnLst>
                                    <p:par>
                                      <p:cTn id="9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94" dur="320" fill="hold"/>
                                              <p:tgtEl>
                                                <p:spTgt spid="75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9" fill="hold">
                                  <p:stCondLst>
                                    <p:cond delay="3925"/>
                                  </p:stCondLst>
                                  <p:childTnLst>
                                    <p:par>
                                      <p:cTn id="9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98" dur="320" fill="hold"/>
                                              <p:tgtEl>
                                                <p:spTgt spid="75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3" fill="hold">
                                  <p:stCondLst>
                                    <p:cond delay="4000"/>
                                  </p:stCondLst>
                                  <p:childTnLst>
                                    <p:par>
                                      <p:cTn id="100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2" dur="320" fill="hold"/>
                                              <p:tgtEl>
                                                <p:spTgt spid="75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7" fill="hold">
                                  <p:stCondLst>
                                    <p:cond delay="4075"/>
                                  </p:stCondLst>
                                  <p:childTnLst>
                                    <p:par>
                                      <p:cTn id="10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6" dur="320" fill="hold"/>
                                              <p:tgtEl>
                                                <p:spTgt spid="75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1" fill="hold">
                                  <p:stCondLst>
                                    <p:cond delay="4150"/>
                                  </p:stCondLst>
                                  <p:childTnLst>
                                    <p:par>
                                      <p:cTn id="10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0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10" dur="320" fill="hold"/>
                                              <p:tgtEl>
                                                <p:spTgt spid="754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5" fill="hold">
                                  <p:stCondLst>
                                    <p:cond delay="4225"/>
                                  </p:stCondLst>
                                  <p:childTnLst>
                                    <p:par>
                                      <p:cTn id="11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14" dur="320" fill="hold"/>
                                              <p:tgtEl>
                                                <p:spTgt spid="755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9" fill="hold">
                                  <p:stCondLst>
                                    <p:cond delay="4300"/>
                                  </p:stCondLst>
                                  <p:childTnLst>
                                    <p:par>
                                      <p:cTn id="116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18" dur="320" fill="hold"/>
                                              <p:tgtEl>
                                                <p:spTgt spid="756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3" fill="hold">
                                  <p:stCondLst>
                                    <p:cond delay="4375"/>
                                  </p:stCondLst>
                                  <p:childTnLst>
                                    <p:par>
                                      <p:cTn id="120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22" dur="320" fill="hold"/>
                                              <p:tgtEl>
                                                <p:spTgt spid="757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7" fill="hold">
                                  <p:stCondLst>
                                    <p:cond delay="4450"/>
                                  </p:stCondLst>
                                  <p:childTnLst>
                                    <p:par>
                                      <p:cTn id="12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26" dur="320" fill="hold"/>
                                              <p:tgtEl>
                                                <p:spTgt spid="75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1" fill="hold">
                                  <p:stCondLst>
                                    <p:cond delay="4525"/>
                                  </p:stCondLst>
                                  <p:childTnLst>
                                    <p:par>
                                      <p:cTn id="12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5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30" dur="320" fill="hold"/>
                                              <p:tgtEl>
                                                <p:spTgt spid="75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5" fill="hold">
                                  <p:stCondLst>
                                    <p:cond delay="4600"/>
                                  </p:stCondLst>
                                  <p:childTnLst>
                                    <p:par>
                                      <p:cTn id="13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34" dur="320" fill="hold"/>
                                              <p:tgtEl>
                                                <p:spTgt spid="76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39" fill="hold">
                                  <p:stCondLst>
                                    <p:cond delay="4675"/>
                                  </p:stCondLst>
                                  <p:childTnLst>
                                    <p:par>
                                      <p:cTn id="136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38" dur="320" fill="hold"/>
                                              <p:tgtEl>
                                                <p:spTgt spid="76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3" fill="hold">
                                  <p:stCondLst>
                                    <p:cond delay="4750"/>
                                  </p:stCondLst>
                                  <p:childTnLst>
                                    <p:par>
                                      <p:cTn id="140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2" dur="320" fill="hold"/>
                                              <p:tgtEl>
                                                <p:spTgt spid="76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47" fill="hold">
                                  <p:stCondLst>
                                    <p:cond delay="4825"/>
                                  </p:stCondLst>
                                  <p:childTnLst>
                                    <p:par>
                                      <p:cTn id="14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6" dur="320" fill="hold"/>
                                              <p:tgtEl>
                                                <p:spTgt spid="76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1" fill="hold">
                                  <p:stCondLst>
                                    <p:cond delay="4900"/>
                                  </p:stCondLst>
                                  <p:childTnLst>
                                    <p:par>
                                      <p:cTn id="14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50" dur="320" fill="hold"/>
                                              <p:tgtEl>
                                                <p:spTgt spid="764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5" fill="hold">
                                  <p:stCondLst>
                                    <p:cond delay="4975"/>
                                  </p:stCondLst>
                                  <p:childTnLst>
                                    <p:par>
                                      <p:cTn id="15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54" dur="320" fill="hold"/>
                                              <p:tgtEl>
                                                <p:spTgt spid="765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9" fill="hold">
                                  <p:stCondLst>
                                    <p:cond delay="5050"/>
                                  </p:stCondLst>
                                  <p:childTnLst>
                                    <p:par>
                                      <p:cTn id="156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5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58" dur="320" fill="hold"/>
                                              <p:tgtEl>
                                                <p:spTgt spid="766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3" fill="hold">
                                  <p:stCondLst>
                                    <p:cond delay="5125"/>
                                  </p:stCondLst>
                                  <p:childTnLst>
                                    <p:par>
                                      <p:cTn id="160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62" dur="320" fill="hold"/>
                                              <p:tgtEl>
                                                <p:spTgt spid="767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67" fill="hold">
                                  <p:stCondLst>
                                    <p:cond delay="5200"/>
                                  </p:stCondLst>
                                  <p:childTnLst>
                                    <p:par>
                                      <p:cTn id="16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66" dur="320" fill="hold"/>
                                              <p:tgtEl>
                                                <p:spTgt spid="76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1" fill="hold">
                                  <p:stCondLst>
                                    <p:cond delay="5275"/>
                                  </p:stCondLst>
                                  <p:childTnLst>
                                    <p:par>
                                      <p:cTn id="16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6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6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70" dur="320" fill="hold"/>
                                              <p:tgtEl>
                                                <p:spTgt spid="76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5" fill="hold">
                                  <p:stCondLst>
                                    <p:cond delay="5350"/>
                                  </p:stCondLst>
                                  <p:childTnLst>
                                    <p:par>
                                      <p:cTn id="17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74" dur="320" fill="hold"/>
                                              <p:tgtEl>
                                                <p:spTgt spid="77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79" fill="hold">
                                  <p:stCondLst>
                                    <p:cond delay="5425"/>
                                  </p:stCondLst>
                                  <p:childTnLst>
                                    <p:par>
                                      <p:cTn id="176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78" dur="320" fill="hold"/>
                                              <p:tgtEl>
                                                <p:spTgt spid="77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3" fill="hold">
                                  <p:stCondLst>
                                    <p:cond delay="5500"/>
                                  </p:stCondLst>
                                  <p:childTnLst>
                                    <p:par>
                                      <p:cTn id="180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2" dur="320" fill="hold"/>
                                              <p:tgtEl>
                                                <p:spTgt spid="77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7" fill="hold">
                                  <p:stCondLst>
                                    <p:cond delay="5575"/>
                                  </p:stCondLst>
                                  <p:childTnLst>
                                    <p:par>
                                      <p:cTn id="18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6" dur="320" fill="hold"/>
                                              <p:tgtEl>
                                                <p:spTgt spid="77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1" fill="hold">
                                  <p:stCondLst>
                                    <p:cond delay="5650"/>
                                  </p:stCondLst>
                                  <p:childTnLst>
                                    <p:par>
                                      <p:cTn id="18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8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90" dur="320" fill="hold"/>
                                              <p:tgtEl>
                                                <p:spTgt spid="774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5" fill="hold">
                                  <p:stCondLst>
                                    <p:cond delay="5725"/>
                                  </p:stCondLst>
                                  <p:childTnLst>
                                    <p:par>
                                      <p:cTn id="19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9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7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94" dur="320" fill="hold"/>
                                              <p:tgtEl>
                                                <p:spTgt spid="775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8" grpId="0" animBg="1"/>
      <p:bldP spid="729" grpId="0" animBg="1"/>
      <p:bldP spid="730" grpId="0" animBg="1"/>
      <p:bldP spid="731" grpId="0" animBg="1"/>
      <p:bldP spid="732" grpId="0" animBg="1"/>
      <p:bldP spid="733" grpId="0" animBg="1"/>
      <p:bldP spid="734" grpId="0" animBg="1"/>
      <p:bldP spid="735" grpId="0" animBg="1"/>
      <p:bldP spid="736" grpId="0" animBg="1"/>
      <p:bldP spid="737" grpId="0" animBg="1"/>
      <p:bldP spid="738" grpId="0" animBg="1"/>
      <p:bldP spid="739" grpId="0" animBg="1"/>
      <p:bldP spid="740" grpId="0" animBg="1"/>
      <p:bldP spid="741" grpId="0" animBg="1"/>
      <p:bldP spid="742" grpId="0" animBg="1"/>
      <p:bldP spid="743" grpId="0" animBg="1"/>
      <p:bldP spid="744" grpId="0" animBg="1"/>
      <p:bldP spid="745" grpId="0" animBg="1"/>
      <p:bldP spid="746" grpId="0" animBg="1"/>
      <p:bldP spid="747" grpId="0" animBg="1"/>
      <p:bldP spid="748" grpId="0" animBg="1"/>
      <p:bldP spid="749" grpId="0" animBg="1"/>
      <p:bldP spid="750" grpId="0" animBg="1"/>
      <p:bldP spid="751" grpId="0" animBg="1"/>
      <p:bldP spid="752" grpId="0" animBg="1"/>
      <p:bldP spid="753" grpId="0" animBg="1"/>
      <p:bldP spid="754" grpId="0" animBg="1"/>
      <p:bldP spid="755" grpId="0" animBg="1"/>
      <p:bldP spid="756" grpId="0" animBg="1"/>
      <p:bldP spid="757" grpId="0" animBg="1"/>
      <p:bldP spid="758" grpId="0" animBg="1"/>
      <p:bldP spid="759" grpId="0" animBg="1"/>
      <p:bldP spid="760" grpId="0" animBg="1"/>
      <p:bldP spid="761" grpId="0" animBg="1"/>
      <p:bldP spid="762" grpId="0" animBg="1"/>
      <p:bldP spid="763" grpId="0" animBg="1"/>
      <p:bldP spid="764" grpId="0" animBg="1"/>
      <p:bldP spid="765" grpId="0" animBg="1"/>
      <p:bldP spid="766" grpId="0" animBg="1"/>
      <p:bldP spid="767" grpId="0" animBg="1"/>
      <p:bldP spid="768" grpId="0" animBg="1"/>
      <p:bldP spid="769" grpId="0" animBg="1"/>
      <p:bldP spid="770" grpId="0" animBg="1"/>
      <p:bldP spid="771" grpId="0" animBg="1"/>
      <p:bldP spid="772" grpId="0" animBg="1"/>
      <p:bldP spid="773" grpId="0" animBg="1"/>
      <p:bldP spid="774" grpId="0" animBg="1"/>
      <p:bldP spid="775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Umriss"/>
          <p:cNvSpPr/>
          <p:nvPr/>
        </p:nvSpPr>
        <p:spPr>
          <a:xfrm>
            <a:off x="-18633688" y="-12658489"/>
            <a:ext cx="66807767" cy="49946835"/>
          </a:xfrm>
          <a:custGeom>
            <a:avLst/>
            <a:gdLst/>
            <a:ahLst/>
            <a:cxnLst/>
            <a:rect l="l" t="t" r="r" b="b"/>
            <a:pathLst>
              <a:path w="66807767" h="49946835">
                <a:moveTo>
                  <a:pt x="3468671" y="7097608"/>
                </a:moveTo>
                <a:lnTo>
                  <a:pt x="3172924" y="7695874"/>
                </a:lnTo>
                <a:lnTo>
                  <a:pt x="3285254" y="7809555"/>
                </a:lnTo>
                <a:close/>
                <a:moveTo>
                  <a:pt x="3157644" y="8276378"/>
                </a:moveTo>
                <a:lnTo>
                  <a:pt x="3195168" y="8481931"/>
                </a:lnTo>
                <a:lnTo>
                  <a:pt x="3371677" y="7989874"/>
                </a:lnTo>
                <a:close/>
                <a:moveTo>
                  <a:pt x="2362629" y="8268069"/>
                </a:moveTo>
                <a:lnTo>
                  <a:pt x="2154480" y="7682799"/>
                </a:lnTo>
                <a:lnTo>
                  <a:pt x="1780361" y="8781350"/>
                </a:lnTo>
                <a:lnTo>
                  <a:pt x="1396851" y="12088255"/>
                </a:lnTo>
                <a:lnTo>
                  <a:pt x="1195269" y="12519269"/>
                </a:lnTo>
                <a:lnTo>
                  <a:pt x="1460657" y="12874520"/>
                </a:lnTo>
                <a:lnTo>
                  <a:pt x="1067865" y="13439416"/>
                </a:lnTo>
                <a:lnTo>
                  <a:pt x="375957" y="18175257"/>
                </a:lnTo>
                <a:lnTo>
                  <a:pt x="0" y="19982427"/>
                </a:lnTo>
                <a:lnTo>
                  <a:pt x="337917" y="23060498"/>
                </a:lnTo>
                <a:lnTo>
                  <a:pt x="141340" y="25021738"/>
                </a:lnTo>
                <a:lnTo>
                  <a:pt x="618687" y="26134699"/>
                </a:lnTo>
                <a:lnTo>
                  <a:pt x="806456" y="27692198"/>
                </a:lnTo>
                <a:lnTo>
                  <a:pt x="1453204" y="28953966"/>
                </a:lnTo>
                <a:lnTo>
                  <a:pt x="1700053" y="29756200"/>
                </a:lnTo>
                <a:lnTo>
                  <a:pt x="2161203" y="30230815"/>
                </a:lnTo>
                <a:lnTo>
                  <a:pt x="2232014" y="29968069"/>
                </a:lnTo>
                <a:lnTo>
                  <a:pt x="2350963" y="31328783"/>
                </a:lnTo>
                <a:lnTo>
                  <a:pt x="3105221" y="32425464"/>
                </a:lnTo>
                <a:lnTo>
                  <a:pt x="3049252" y="33027766"/>
                </a:lnTo>
                <a:lnTo>
                  <a:pt x="4692731" y="35538845"/>
                </a:lnTo>
                <a:lnTo>
                  <a:pt x="4732300" y="36181568"/>
                </a:lnTo>
                <a:lnTo>
                  <a:pt x="4961827" y="36462726"/>
                </a:lnTo>
                <a:lnTo>
                  <a:pt x="6115794" y="37114173"/>
                </a:lnTo>
                <a:lnTo>
                  <a:pt x="6582990" y="37657028"/>
                </a:lnTo>
                <a:lnTo>
                  <a:pt x="7450962" y="38197476"/>
                </a:lnTo>
                <a:lnTo>
                  <a:pt x="7685324" y="38639868"/>
                </a:lnTo>
                <a:lnTo>
                  <a:pt x="7992433" y="38757731"/>
                </a:lnTo>
                <a:lnTo>
                  <a:pt x="9004044" y="39706226"/>
                </a:lnTo>
                <a:lnTo>
                  <a:pt x="9529771" y="40725958"/>
                </a:lnTo>
                <a:lnTo>
                  <a:pt x="13222167" y="41832101"/>
                </a:lnTo>
                <a:lnTo>
                  <a:pt x="12846594" y="41971520"/>
                </a:lnTo>
                <a:lnTo>
                  <a:pt x="18474170" y="44529251"/>
                </a:lnTo>
                <a:lnTo>
                  <a:pt x="22926755" y="45160080"/>
                </a:lnTo>
                <a:lnTo>
                  <a:pt x="23009809" y="44742352"/>
                </a:lnTo>
                <a:lnTo>
                  <a:pt x="25631887" y="44877483"/>
                </a:lnTo>
                <a:lnTo>
                  <a:pt x="27857304" y="46104223"/>
                </a:lnTo>
                <a:lnTo>
                  <a:pt x="28208795" y="46980025"/>
                </a:lnTo>
                <a:lnTo>
                  <a:pt x="29853916" y="47572470"/>
                </a:lnTo>
                <a:lnTo>
                  <a:pt x="31459726" y="46657470"/>
                </a:lnTo>
                <a:lnTo>
                  <a:pt x="32761335" y="46674537"/>
                </a:lnTo>
                <a:lnTo>
                  <a:pt x="33627722" y="47227019"/>
                </a:lnTo>
                <a:lnTo>
                  <a:pt x="33937012" y="47989813"/>
                </a:lnTo>
                <a:lnTo>
                  <a:pt x="34864924" y="48669229"/>
                </a:lnTo>
                <a:lnTo>
                  <a:pt x="35059488" y="49554270"/>
                </a:lnTo>
                <a:lnTo>
                  <a:pt x="37144244" y="49946835"/>
                </a:lnTo>
                <a:lnTo>
                  <a:pt x="37577491" y="49790518"/>
                </a:lnTo>
                <a:lnTo>
                  <a:pt x="37312288" y="49001378"/>
                </a:lnTo>
                <a:lnTo>
                  <a:pt x="37504694" y="48467454"/>
                </a:lnTo>
                <a:lnTo>
                  <a:pt x="38755980" y="47244868"/>
                </a:lnTo>
                <a:lnTo>
                  <a:pt x="39254373" y="47128134"/>
                </a:lnTo>
                <a:lnTo>
                  <a:pt x="38978445" y="46917888"/>
                </a:lnTo>
                <a:lnTo>
                  <a:pt x="39841437" y="46859493"/>
                </a:lnTo>
                <a:lnTo>
                  <a:pt x="40690397" y="46433596"/>
                </a:lnTo>
                <a:lnTo>
                  <a:pt x="41433499" y="45829824"/>
                </a:lnTo>
                <a:lnTo>
                  <a:pt x="41349058" y="45594018"/>
                </a:lnTo>
                <a:lnTo>
                  <a:pt x="41760713" y="45268108"/>
                </a:lnTo>
                <a:lnTo>
                  <a:pt x="41969115" y="45472201"/>
                </a:lnTo>
                <a:lnTo>
                  <a:pt x="43642532" y="44845478"/>
                </a:lnTo>
                <a:lnTo>
                  <a:pt x="44689849" y="44840296"/>
                </a:lnTo>
                <a:lnTo>
                  <a:pt x="45271385" y="44368758"/>
                </a:lnTo>
                <a:lnTo>
                  <a:pt x="46380656" y="44875980"/>
                </a:lnTo>
                <a:lnTo>
                  <a:pt x="46701492" y="44576895"/>
                </a:lnTo>
                <a:lnTo>
                  <a:pt x="47207848" y="44577750"/>
                </a:lnTo>
                <a:lnTo>
                  <a:pt x="47570951" y="44118815"/>
                </a:lnTo>
                <a:lnTo>
                  <a:pt x="47533844" y="44313770"/>
                </a:lnTo>
                <a:lnTo>
                  <a:pt x="48262580" y="44430474"/>
                </a:lnTo>
                <a:lnTo>
                  <a:pt x="48478129" y="44182538"/>
                </a:lnTo>
                <a:lnTo>
                  <a:pt x="47754253" y="44030127"/>
                </a:lnTo>
                <a:lnTo>
                  <a:pt x="47862299" y="43741468"/>
                </a:lnTo>
                <a:lnTo>
                  <a:pt x="48107502" y="43723229"/>
                </a:lnTo>
                <a:lnTo>
                  <a:pt x="48302083" y="43466812"/>
                </a:lnTo>
                <a:lnTo>
                  <a:pt x="48101111" y="43352035"/>
                </a:lnTo>
                <a:lnTo>
                  <a:pt x="47947580" y="43572305"/>
                </a:lnTo>
                <a:lnTo>
                  <a:pt x="47687357" y="43576836"/>
                </a:lnTo>
                <a:lnTo>
                  <a:pt x="48915650" y="42690497"/>
                </a:lnTo>
                <a:lnTo>
                  <a:pt x="49678783" y="42554204"/>
                </a:lnTo>
                <a:lnTo>
                  <a:pt x="49892104" y="42072301"/>
                </a:lnTo>
                <a:lnTo>
                  <a:pt x="50193448" y="42468873"/>
                </a:lnTo>
                <a:lnTo>
                  <a:pt x="50538417" y="42152354"/>
                </a:lnTo>
                <a:lnTo>
                  <a:pt x="50349256" y="42381288"/>
                </a:lnTo>
                <a:lnTo>
                  <a:pt x="51680286" y="41845003"/>
                </a:lnTo>
                <a:lnTo>
                  <a:pt x="52559482" y="42024584"/>
                </a:lnTo>
                <a:lnTo>
                  <a:pt x="52621872" y="42277342"/>
                </a:lnTo>
                <a:lnTo>
                  <a:pt x="54023624" y="41318300"/>
                </a:lnTo>
                <a:lnTo>
                  <a:pt x="54391395" y="41437976"/>
                </a:lnTo>
                <a:lnTo>
                  <a:pt x="55310884" y="42247556"/>
                </a:lnTo>
                <a:lnTo>
                  <a:pt x="54999314" y="43494308"/>
                </a:lnTo>
                <a:lnTo>
                  <a:pt x="55119586" y="43672732"/>
                </a:lnTo>
                <a:lnTo>
                  <a:pt x="55477216" y="43379275"/>
                </a:lnTo>
                <a:lnTo>
                  <a:pt x="55126161" y="43951997"/>
                </a:lnTo>
                <a:lnTo>
                  <a:pt x="55540149" y="44561191"/>
                </a:lnTo>
                <a:lnTo>
                  <a:pt x="55752012" y="44352677"/>
                </a:lnTo>
                <a:lnTo>
                  <a:pt x="56082880" y="45378795"/>
                </a:lnTo>
                <a:lnTo>
                  <a:pt x="56431297" y="45279922"/>
                </a:lnTo>
                <a:lnTo>
                  <a:pt x="56686186" y="45957431"/>
                </a:lnTo>
                <a:lnTo>
                  <a:pt x="57307533" y="45652321"/>
                </a:lnTo>
                <a:lnTo>
                  <a:pt x="57698259" y="44913160"/>
                </a:lnTo>
                <a:lnTo>
                  <a:pt x="57860002" y="43673985"/>
                </a:lnTo>
                <a:lnTo>
                  <a:pt x="57374844" y="42386103"/>
                </a:lnTo>
                <a:lnTo>
                  <a:pt x="57440211" y="41940454"/>
                </a:lnTo>
                <a:lnTo>
                  <a:pt x="56793366" y="40651929"/>
                </a:lnTo>
                <a:lnTo>
                  <a:pt x="56762221" y="39068798"/>
                </a:lnTo>
                <a:lnTo>
                  <a:pt x="57330202" y="37753595"/>
                </a:lnTo>
                <a:lnTo>
                  <a:pt x="58607358" y="36014877"/>
                </a:lnTo>
                <a:lnTo>
                  <a:pt x="58812030" y="35927749"/>
                </a:lnTo>
                <a:lnTo>
                  <a:pt x="59220088" y="34956005"/>
                </a:lnTo>
                <a:lnTo>
                  <a:pt x="59577989" y="34527372"/>
                </a:lnTo>
                <a:lnTo>
                  <a:pt x="60079608" y="34313778"/>
                </a:lnTo>
                <a:lnTo>
                  <a:pt x="60209915" y="33847205"/>
                </a:lnTo>
                <a:lnTo>
                  <a:pt x="60748078" y="33030417"/>
                </a:lnTo>
                <a:lnTo>
                  <a:pt x="61358457" y="32682005"/>
                </a:lnTo>
                <a:lnTo>
                  <a:pt x="61534660" y="32234856"/>
                </a:lnTo>
                <a:lnTo>
                  <a:pt x="61315752" y="32068013"/>
                </a:lnTo>
                <a:lnTo>
                  <a:pt x="61359253" y="31823518"/>
                </a:lnTo>
                <a:lnTo>
                  <a:pt x="61637203" y="31681254"/>
                </a:lnTo>
                <a:lnTo>
                  <a:pt x="61984555" y="31024733"/>
                </a:lnTo>
                <a:lnTo>
                  <a:pt x="61923203" y="30730477"/>
                </a:lnTo>
                <a:lnTo>
                  <a:pt x="61191640" y="31068199"/>
                </a:lnTo>
                <a:lnTo>
                  <a:pt x="61938543" y="30436023"/>
                </a:lnTo>
                <a:lnTo>
                  <a:pt x="61832231" y="29944512"/>
                </a:lnTo>
                <a:lnTo>
                  <a:pt x="61718759" y="29489611"/>
                </a:lnTo>
                <a:lnTo>
                  <a:pt x="61323893" y="29634889"/>
                </a:lnTo>
                <a:lnTo>
                  <a:pt x="61176576" y="29545200"/>
                </a:lnTo>
                <a:lnTo>
                  <a:pt x="61385016" y="29591691"/>
                </a:lnTo>
                <a:lnTo>
                  <a:pt x="61491034" y="29377571"/>
                </a:lnTo>
                <a:lnTo>
                  <a:pt x="61494637" y="28262410"/>
                </a:lnTo>
                <a:lnTo>
                  <a:pt x="60874290" y="27864675"/>
                </a:lnTo>
                <a:lnTo>
                  <a:pt x="60666487" y="28005825"/>
                </a:lnTo>
                <a:lnTo>
                  <a:pt x="60730602" y="27066108"/>
                </a:lnTo>
                <a:lnTo>
                  <a:pt x="60939038" y="27098266"/>
                </a:lnTo>
                <a:lnTo>
                  <a:pt x="60725800" y="27955639"/>
                </a:lnTo>
                <a:lnTo>
                  <a:pt x="60868191" y="27767094"/>
                </a:lnTo>
                <a:lnTo>
                  <a:pt x="61390326" y="28073507"/>
                </a:lnTo>
                <a:lnTo>
                  <a:pt x="61211556" y="27152573"/>
                </a:lnTo>
                <a:lnTo>
                  <a:pt x="61332888" y="26323324"/>
                </a:lnTo>
                <a:lnTo>
                  <a:pt x="61614526" y="25839937"/>
                </a:lnTo>
                <a:lnTo>
                  <a:pt x="61407039" y="26524559"/>
                </a:lnTo>
                <a:lnTo>
                  <a:pt x="61460858" y="27672233"/>
                </a:lnTo>
                <a:lnTo>
                  <a:pt x="61656716" y="27504607"/>
                </a:lnTo>
                <a:lnTo>
                  <a:pt x="61766704" y="28105729"/>
                </a:lnTo>
                <a:lnTo>
                  <a:pt x="61928607" y="27974470"/>
                </a:lnTo>
                <a:lnTo>
                  <a:pt x="61729334" y="29214471"/>
                </a:lnTo>
                <a:lnTo>
                  <a:pt x="62381211" y="27059035"/>
                </a:lnTo>
                <a:lnTo>
                  <a:pt x="61948154" y="25632593"/>
                </a:lnTo>
                <a:lnTo>
                  <a:pt x="62532710" y="26220825"/>
                </a:lnTo>
                <a:lnTo>
                  <a:pt x="62979849" y="24913962"/>
                </a:lnTo>
                <a:lnTo>
                  <a:pt x="62983492" y="23969127"/>
                </a:lnTo>
                <a:lnTo>
                  <a:pt x="62778675" y="23952816"/>
                </a:lnTo>
                <a:lnTo>
                  <a:pt x="62986859" y="23110989"/>
                </a:lnTo>
                <a:lnTo>
                  <a:pt x="63016046" y="23762519"/>
                </a:lnTo>
                <a:lnTo>
                  <a:pt x="64254204" y="22524128"/>
                </a:lnTo>
                <a:lnTo>
                  <a:pt x="64103397" y="22355467"/>
                </a:lnTo>
                <a:lnTo>
                  <a:pt x="63474186" y="23020489"/>
                </a:lnTo>
                <a:lnTo>
                  <a:pt x="63234339" y="22948010"/>
                </a:lnTo>
                <a:lnTo>
                  <a:pt x="63649751" y="22384096"/>
                </a:lnTo>
                <a:lnTo>
                  <a:pt x="64624286" y="21794956"/>
                </a:lnTo>
                <a:lnTo>
                  <a:pt x="64742321" y="21244129"/>
                </a:lnTo>
                <a:lnTo>
                  <a:pt x="64720009" y="21596690"/>
                </a:lnTo>
                <a:lnTo>
                  <a:pt x="65579009" y="20893331"/>
                </a:lnTo>
                <a:lnTo>
                  <a:pt x="65600600" y="20682174"/>
                </a:lnTo>
                <a:lnTo>
                  <a:pt x="65190940" y="20872359"/>
                </a:lnTo>
                <a:lnTo>
                  <a:pt x="64953815" y="20348143"/>
                </a:lnTo>
                <a:lnTo>
                  <a:pt x="64802115" y="20387694"/>
                </a:lnTo>
                <a:lnTo>
                  <a:pt x="64859791" y="19726950"/>
                </a:lnTo>
                <a:lnTo>
                  <a:pt x="64730988" y="19502075"/>
                </a:lnTo>
                <a:lnTo>
                  <a:pt x="64516198" y="19887867"/>
                </a:lnTo>
                <a:lnTo>
                  <a:pt x="64838504" y="19198711"/>
                </a:lnTo>
                <a:lnTo>
                  <a:pt x="65108830" y="17885018"/>
                </a:lnTo>
                <a:lnTo>
                  <a:pt x="65266218" y="18008734"/>
                </a:lnTo>
                <a:lnTo>
                  <a:pt x="65681582" y="17330636"/>
                </a:lnTo>
                <a:lnTo>
                  <a:pt x="65643478" y="16774009"/>
                </a:lnTo>
                <a:lnTo>
                  <a:pt x="66057056" y="16842172"/>
                </a:lnTo>
                <a:lnTo>
                  <a:pt x="66183700" y="16667459"/>
                </a:lnTo>
                <a:lnTo>
                  <a:pt x="66111278" y="16464243"/>
                </a:lnTo>
                <a:lnTo>
                  <a:pt x="66263681" y="16629398"/>
                </a:lnTo>
                <a:lnTo>
                  <a:pt x="66807767" y="15657158"/>
                </a:lnTo>
                <a:lnTo>
                  <a:pt x="66594564" y="15226814"/>
                </a:lnTo>
                <a:lnTo>
                  <a:pt x="66356339" y="15158710"/>
                </a:lnTo>
                <a:lnTo>
                  <a:pt x="66284826" y="14706969"/>
                </a:lnTo>
                <a:lnTo>
                  <a:pt x="66051633" y="14707804"/>
                </a:lnTo>
                <a:lnTo>
                  <a:pt x="65647811" y="12789091"/>
                </a:lnTo>
                <a:lnTo>
                  <a:pt x="65292807" y="12502861"/>
                </a:lnTo>
                <a:lnTo>
                  <a:pt x="64946071" y="12924692"/>
                </a:lnTo>
                <a:lnTo>
                  <a:pt x="64667358" y="12607324"/>
                </a:lnTo>
                <a:lnTo>
                  <a:pt x="64419785" y="13880636"/>
                </a:lnTo>
                <a:lnTo>
                  <a:pt x="64433065" y="15337859"/>
                </a:lnTo>
                <a:lnTo>
                  <a:pt x="63934707" y="16262502"/>
                </a:lnTo>
                <a:lnTo>
                  <a:pt x="63976653" y="17287724"/>
                </a:lnTo>
                <a:lnTo>
                  <a:pt x="63903314" y="16668980"/>
                </a:lnTo>
                <a:lnTo>
                  <a:pt x="61777240" y="17545266"/>
                </a:lnTo>
                <a:lnTo>
                  <a:pt x="60939252" y="19163898"/>
                </a:lnTo>
                <a:lnTo>
                  <a:pt x="61087028" y="19470328"/>
                </a:lnTo>
                <a:lnTo>
                  <a:pt x="61076711" y="20144922"/>
                </a:lnTo>
                <a:lnTo>
                  <a:pt x="60788524" y="20552819"/>
                </a:lnTo>
                <a:lnTo>
                  <a:pt x="59176895" y="21341957"/>
                </a:lnTo>
                <a:lnTo>
                  <a:pt x="59357223" y="22012128"/>
                </a:lnTo>
                <a:lnTo>
                  <a:pt x="58740891" y="23065689"/>
                </a:lnTo>
                <a:lnTo>
                  <a:pt x="58747476" y="23476595"/>
                </a:lnTo>
                <a:lnTo>
                  <a:pt x="58741338" y="23090897"/>
                </a:lnTo>
                <a:lnTo>
                  <a:pt x="57307704" y="24871964"/>
                </a:lnTo>
                <a:lnTo>
                  <a:pt x="56754143" y="25263837"/>
                </a:lnTo>
                <a:lnTo>
                  <a:pt x="56049976" y="25013947"/>
                </a:lnTo>
                <a:lnTo>
                  <a:pt x="56578310" y="23347132"/>
                </a:lnTo>
                <a:lnTo>
                  <a:pt x="56777236" y="23328309"/>
                </a:lnTo>
                <a:lnTo>
                  <a:pt x="56702386" y="21358933"/>
                </a:lnTo>
                <a:lnTo>
                  <a:pt x="56513139" y="21068878"/>
                </a:lnTo>
                <a:lnTo>
                  <a:pt x="55990160" y="22059894"/>
                </a:lnTo>
                <a:lnTo>
                  <a:pt x="55824274" y="21987071"/>
                </a:lnTo>
                <a:lnTo>
                  <a:pt x="55888499" y="21435794"/>
                </a:lnTo>
                <a:lnTo>
                  <a:pt x="56227500" y="20727322"/>
                </a:lnTo>
                <a:lnTo>
                  <a:pt x="56221081" y="19373182"/>
                </a:lnTo>
                <a:lnTo>
                  <a:pt x="55610909" y="18725078"/>
                </a:lnTo>
                <a:lnTo>
                  <a:pt x="55133561" y="18661702"/>
                </a:lnTo>
                <a:lnTo>
                  <a:pt x="54744660" y="20548629"/>
                </a:lnTo>
                <a:lnTo>
                  <a:pt x="54693305" y="19906602"/>
                </a:lnTo>
                <a:lnTo>
                  <a:pt x="54247096" y="20823325"/>
                </a:lnTo>
                <a:lnTo>
                  <a:pt x="53973866" y="22811663"/>
                </a:lnTo>
                <a:lnTo>
                  <a:pt x="54105508" y="24224430"/>
                </a:lnTo>
                <a:lnTo>
                  <a:pt x="53502038" y="26019784"/>
                </a:lnTo>
                <a:lnTo>
                  <a:pt x="54798347" y="25490960"/>
                </a:lnTo>
                <a:lnTo>
                  <a:pt x="52948420" y="26326898"/>
                </a:lnTo>
                <a:lnTo>
                  <a:pt x="52927534" y="23798502"/>
                </a:lnTo>
                <a:lnTo>
                  <a:pt x="53744834" y="20046933"/>
                </a:lnTo>
                <a:lnTo>
                  <a:pt x="53006451" y="21472133"/>
                </a:lnTo>
                <a:lnTo>
                  <a:pt x="53922961" y="18834151"/>
                </a:lnTo>
                <a:lnTo>
                  <a:pt x="54001240" y="19099077"/>
                </a:lnTo>
                <a:lnTo>
                  <a:pt x="54755154" y="18171514"/>
                </a:lnTo>
                <a:lnTo>
                  <a:pt x="55284161" y="18452660"/>
                </a:lnTo>
                <a:lnTo>
                  <a:pt x="55303803" y="18090796"/>
                </a:lnTo>
                <a:lnTo>
                  <a:pt x="55494421" y="18245653"/>
                </a:lnTo>
                <a:lnTo>
                  <a:pt x="56073504" y="17975882"/>
                </a:lnTo>
                <a:lnTo>
                  <a:pt x="55737642" y="18001009"/>
                </a:lnTo>
                <a:lnTo>
                  <a:pt x="55614998" y="17164798"/>
                </a:lnTo>
                <a:lnTo>
                  <a:pt x="55043796" y="17407790"/>
                </a:lnTo>
                <a:lnTo>
                  <a:pt x="55000224" y="16920781"/>
                </a:lnTo>
                <a:lnTo>
                  <a:pt x="54307462" y="17264446"/>
                </a:lnTo>
                <a:lnTo>
                  <a:pt x="53972369" y="17770383"/>
                </a:lnTo>
                <a:lnTo>
                  <a:pt x="53521942" y="17702559"/>
                </a:lnTo>
                <a:lnTo>
                  <a:pt x="53185109" y="17082552"/>
                </a:lnTo>
                <a:lnTo>
                  <a:pt x="52845504" y="17387319"/>
                </a:lnTo>
                <a:lnTo>
                  <a:pt x="53126528" y="16189843"/>
                </a:lnTo>
                <a:lnTo>
                  <a:pt x="52980529" y="16080897"/>
                </a:lnTo>
                <a:lnTo>
                  <a:pt x="52484618" y="17063733"/>
                </a:lnTo>
                <a:lnTo>
                  <a:pt x="51571041" y="18100911"/>
                </a:lnTo>
                <a:lnTo>
                  <a:pt x="51753164" y="18514354"/>
                </a:lnTo>
                <a:lnTo>
                  <a:pt x="51273672" y="17790523"/>
                </a:lnTo>
                <a:lnTo>
                  <a:pt x="51310233" y="17371501"/>
                </a:lnTo>
                <a:lnTo>
                  <a:pt x="50360230" y="18160340"/>
                </a:lnTo>
                <a:lnTo>
                  <a:pt x="51363427" y="15999325"/>
                </a:lnTo>
                <a:lnTo>
                  <a:pt x="52040440" y="15143341"/>
                </a:lnTo>
                <a:lnTo>
                  <a:pt x="51327268" y="15050942"/>
                </a:lnTo>
                <a:lnTo>
                  <a:pt x="51259613" y="14753555"/>
                </a:lnTo>
                <a:lnTo>
                  <a:pt x="50822433" y="15194351"/>
                </a:lnTo>
                <a:lnTo>
                  <a:pt x="50492404" y="14542470"/>
                </a:lnTo>
                <a:lnTo>
                  <a:pt x="50307060" y="14840975"/>
                </a:lnTo>
                <a:lnTo>
                  <a:pt x="49885328" y="13980179"/>
                </a:lnTo>
                <a:lnTo>
                  <a:pt x="49393082" y="14194377"/>
                </a:lnTo>
                <a:lnTo>
                  <a:pt x="48801071" y="13568667"/>
                </a:lnTo>
                <a:lnTo>
                  <a:pt x="48527135" y="12167226"/>
                </a:lnTo>
                <a:lnTo>
                  <a:pt x="48399915" y="12116578"/>
                </a:lnTo>
                <a:lnTo>
                  <a:pt x="48477293" y="13008804"/>
                </a:lnTo>
                <a:lnTo>
                  <a:pt x="47164301" y="12730295"/>
                </a:lnTo>
                <a:lnTo>
                  <a:pt x="42306243" y="9737743"/>
                </a:lnTo>
                <a:lnTo>
                  <a:pt x="28922203" y="0"/>
                </a:lnTo>
                <a:lnTo>
                  <a:pt x="9027190" y="5279965"/>
                </a:lnTo>
                <a:lnTo>
                  <a:pt x="3823368" y="6436476"/>
                </a:lnTo>
                <a:lnTo>
                  <a:pt x="3333674" y="8827065"/>
                </a:lnTo>
                <a:lnTo>
                  <a:pt x="2711699" y="10585989"/>
                </a:lnTo>
                <a:lnTo>
                  <a:pt x="3046818" y="9156038"/>
                </a:lnTo>
                <a:lnTo>
                  <a:pt x="3026174" y="8617823"/>
                </a:lnTo>
                <a:close/>
                <a:moveTo>
                  <a:pt x="5828738" y="26788665"/>
                </a:moveTo>
                <a:lnTo>
                  <a:pt x="3809117" y="25072268"/>
                </a:lnTo>
                <a:lnTo>
                  <a:pt x="215410" y="21879488"/>
                </a:lnTo>
                <a:close/>
                <a:moveTo>
                  <a:pt x="57011270" y="32046868"/>
                </a:moveTo>
                <a:lnTo>
                  <a:pt x="56208847" y="32344588"/>
                </a:lnTo>
                <a:lnTo>
                  <a:pt x="61832231" y="29944512"/>
                </a:lnTo>
                <a:close/>
                <a:moveTo>
                  <a:pt x="63184063" y="20424086"/>
                </a:moveTo>
                <a:lnTo>
                  <a:pt x="63732329" y="20200338"/>
                </a:lnTo>
                <a:lnTo>
                  <a:pt x="64516198" y="19887867"/>
                </a:lnTo>
                <a:close/>
                <a:moveTo>
                  <a:pt x="63139390" y="21485212"/>
                </a:moveTo>
                <a:lnTo>
                  <a:pt x="63257190" y="22671702"/>
                </a:lnTo>
                <a:lnTo>
                  <a:pt x="63118881" y="21437426"/>
                </a:lnTo>
                <a:lnTo>
                  <a:pt x="63184063" y="20424086"/>
                </a:lnTo>
                <a:close/>
                <a:moveTo>
                  <a:pt x="64581101" y="20864699"/>
                </a:moveTo>
                <a:lnTo>
                  <a:pt x="64737354" y="21232444"/>
                </a:lnTo>
                <a:lnTo>
                  <a:pt x="64480608" y="20912129"/>
                </a:lnTo>
                <a:lnTo>
                  <a:pt x="63139390" y="21485212"/>
                </a:lnTo>
                <a:close/>
                <a:moveTo>
                  <a:pt x="63632921" y="18976279"/>
                </a:moveTo>
                <a:lnTo>
                  <a:pt x="63711302" y="17803809"/>
                </a:lnTo>
                <a:lnTo>
                  <a:pt x="63732329" y="20200338"/>
                </a:lnTo>
                <a:close/>
                <a:moveTo>
                  <a:pt x="55032141" y="25493731"/>
                </a:moveTo>
                <a:lnTo>
                  <a:pt x="55038707" y="25396861"/>
                </a:lnTo>
                <a:lnTo>
                  <a:pt x="56049976" y="25013947"/>
                </a:lnTo>
                <a:close/>
                <a:moveTo>
                  <a:pt x="47478980" y="19552871"/>
                </a:moveTo>
                <a:lnTo>
                  <a:pt x="47412092" y="20185217"/>
                </a:lnTo>
                <a:lnTo>
                  <a:pt x="47164301" y="12730295"/>
                </a:lnTo>
                <a:close/>
                <a:moveTo>
                  <a:pt x="43840061" y="40695882"/>
                </a:moveTo>
                <a:lnTo>
                  <a:pt x="43650207" y="41342320"/>
                </a:lnTo>
                <a:lnTo>
                  <a:pt x="43303701" y="42559239"/>
                </a:lnTo>
                <a:close/>
                <a:moveTo>
                  <a:pt x="43430461" y="40819066"/>
                </a:moveTo>
                <a:lnTo>
                  <a:pt x="42563337" y="40597996"/>
                </a:lnTo>
                <a:lnTo>
                  <a:pt x="43339484" y="40740820"/>
                </a:lnTo>
                <a:lnTo>
                  <a:pt x="43840061" y="40695882"/>
                </a:lnTo>
                <a:close/>
                <a:moveTo>
                  <a:pt x="44330570" y="37294563"/>
                </a:moveTo>
                <a:lnTo>
                  <a:pt x="44102565" y="38500326"/>
                </a:lnTo>
                <a:lnTo>
                  <a:pt x="43339484" y="40740820"/>
                </a:lnTo>
                <a:close/>
                <a:moveTo>
                  <a:pt x="44600393" y="36403290"/>
                </a:moveTo>
                <a:lnTo>
                  <a:pt x="45670362" y="33203919"/>
                </a:lnTo>
                <a:lnTo>
                  <a:pt x="44590593" y="36435466"/>
                </a:lnTo>
                <a:close/>
                <a:moveTo>
                  <a:pt x="45392089" y="32145844"/>
                </a:moveTo>
                <a:lnTo>
                  <a:pt x="45209205" y="31188055"/>
                </a:lnTo>
                <a:lnTo>
                  <a:pt x="45720426" y="29026980"/>
                </a:lnTo>
                <a:lnTo>
                  <a:pt x="45250077" y="31363161"/>
                </a:lnTo>
                <a:close/>
                <a:moveTo>
                  <a:pt x="45622376" y="28087911"/>
                </a:moveTo>
                <a:lnTo>
                  <a:pt x="45700694" y="28146088"/>
                </a:lnTo>
                <a:lnTo>
                  <a:pt x="45720426" y="29026980"/>
                </a:lnTo>
                <a:close/>
                <a:moveTo>
                  <a:pt x="49129072" y="29652974"/>
                </a:moveTo>
                <a:lnTo>
                  <a:pt x="49320210" y="29927480"/>
                </a:lnTo>
                <a:lnTo>
                  <a:pt x="49033554" y="29702134"/>
                </a:lnTo>
                <a:lnTo>
                  <a:pt x="45250077" y="31363161"/>
                </a:lnTo>
                <a:close/>
                <a:moveTo>
                  <a:pt x="49916049" y="28846022"/>
                </a:moveTo>
                <a:lnTo>
                  <a:pt x="49311686" y="29973179"/>
                </a:lnTo>
                <a:lnTo>
                  <a:pt x="49320210" y="29927480"/>
                </a:lnTo>
                <a:close/>
                <a:moveTo>
                  <a:pt x="50895306" y="26824190"/>
                </a:moveTo>
                <a:lnTo>
                  <a:pt x="50856272" y="27040367"/>
                </a:lnTo>
                <a:lnTo>
                  <a:pt x="50656356" y="27477886"/>
                </a:lnTo>
                <a:close/>
                <a:moveTo>
                  <a:pt x="50779013" y="26129309"/>
                </a:moveTo>
                <a:lnTo>
                  <a:pt x="50956187" y="26479507"/>
                </a:lnTo>
                <a:lnTo>
                  <a:pt x="50927726" y="26641830"/>
                </a:lnTo>
                <a:close/>
                <a:moveTo>
                  <a:pt x="13353808" y="41784007"/>
                </a:moveTo>
                <a:lnTo>
                  <a:pt x="13261666" y="41817628"/>
                </a:lnTo>
                <a:lnTo>
                  <a:pt x="12952433" y="41089688"/>
                </a:lnTo>
                <a:close/>
                <a:moveTo>
                  <a:pt x="33270644" y="39454169"/>
                </a:moveTo>
                <a:lnTo>
                  <a:pt x="22608214" y="39801827"/>
                </a:lnTo>
                <a:lnTo>
                  <a:pt x="33819792" y="39349473"/>
                </a:lnTo>
                <a:close/>
                <a:moveTo>
                  <a:pt x="32996353" y="40003102"/>
                </a:moveTo>
                <a:lnTo>
                  <a:pt x="32985218" y="40004858"/>
                </a:lnTo>
                <a:lnTo>
                  <a:pt x="33270644" y="39454169"/>
                </a:lnTo>
                <a:close/>
                <a:moveTo>
                  <a:pt x="46335858" y="26093758"/>
                </a:moveTo>
                <a:lnTo>
                  <a:pt x="50523749" y="24300827"/>
                </a:lnTo>
                <a:lnTo>
                  <a:pt x="50489260" y="23420777"/>
                </a:lnTo>
                <a:lnTo>
                  <a:pt x="50577271" y="24716236"/>
                </a:lnTo>
                <a:lnTo>
                  <a:pt x="50407654" y="24347098"/>
                </a:lnTo>
                <a:lnTo>
                  <a:pt x="46209516" y="26193494"/>
                </a:lnTo>
                <a:lnTo>
                  <a:pt x="47233102" y="22040530"/>
                </a:lnTo>
                <a:close/>
                <a:moveTo>
                  <a:pt x="47334193" y="20819759"/>
                </a:moveTo>
                <a:lnTo>
                  <a:pt x="47063136" y="21407292"/>
                </a:lnTo>
                <a:lnTo>
                  <a:pt x="47361672" y="20605696"/>
                </a:lnTo>
                <a:close/>
                <a:moveTo>
                  <a:pt x="11733291" y="31231343"/>
                </a:moveTo>
                <a:lnTo>
                  <a:pt x="8804341" y="29197573"/>
                </a:lnTo>
                <a:lnTo>
                  <a:pt x="18492592" y="34253628"/>
                </a:lnTo>
                <a:close/>
                <a:moveTo>
                  <a:pt x="34555912" y="34870428"/>
                </a:moveTo>
                <a:lnTo>
                  <a:pt x="40175680" y="26541059"/>
                </a:lnTo>
                <a:lnTo>
                  <a:pt x="15997746" y="30124505"/>
                </a:lnTo>
                <a:lnTo>
                  <a:pt x="40187924" y="26532354"/>
                </a:lnTo>
                <a:close/>
                <a:moveTo>
                  <a:pt x="1692832" y="13195996"/>
                </a:moveTo>
                <a:lnTo>
                  <a:pt x="1691498" y="13340657"/>
                </a:lnTo>
                <a:lnTo>
                  <a:pt x="1515235" y="12949174"/>
                </a:lnTo>
                <a:close/>
                <a:moveTo>
                  <a:pt x="5453438" y="15934792"/>
                </a:moveTo>
                <a:lnTo>
                  <a:pt x="5641705" y="17631043"/>
                </a:lnTo>
                <a:lnTo>
                  <a:pt x="5432628" y="16652995"/>
                </a:lnTo>
                <a:close/>
                <a:moveTo>
                  <a:pt x="11507643" y="27830261"/>
                </a:moveTo>
                <a:lnTo>
                  <a:pt x="11330096" y="27590166"/>
                </a:lnTo>
                <a:lnTo>
                  <a:pt x="13531908" y="29220785"/>
                </a:lnTo>
                <a:close/>
                <a:moveTo>
                  <a:pt x="14722242" y="29927047"/>
                </a:moveTo>
                <a:lnTo>
                  <a:pt x="14208324" y="29632665"/>
                </a:lnTo>
                <a:lnTo>
                  <a:pt x="15156573" y="29936757"/>
                </a:lnTo>
                <a:close/>
                <a:moveTo>
                  <a:pt x="5680373" y="17889652"/>
                </a:moveTo>
                <a:lnTo>
                  <a:pt x="5764086" y="18396825"/>
                </a:lnTo>
                <a:lnTo>
                  <a:pt x="5534069" y="21720641"/>
                </a:lnTo>
                <a:close/>
                <a:moveTo>
                  <a:pt x="29736420" y="35897867"/>
                </a:moveTo>
                <a:lnTo>
                  <a:pt x="23574045" y="36129863"/>
                </a:lnTo>
                <a:lnTo>
                  <a:pt x="18725907" y="35300812"/>
                </a:lnTo>
                <a:close/>
                <a:moveTo>
                  <a:pt x="25601393" y="44805609"/>
                </a:moveTo>
                <a:lnTo>
                  <a:pt x="25562395" y="44714170"/>
                </a:lnTo>
                <a:lnTo>
                  <a:pt x="31026690" y="44641030"/>
                </a:lnTo>
                <a:close/>
                <a:moveTo>
                  <a:pt x="56422103" y="29767905"/>
                </a:moveTo>
                <a:lnTo>
                  <a:pt x="56448150" y="30449110"/>
                </a:lnTo>
                <a:lnTo>
                  <a:pt x="56214390" y="29382624"/>
                </a:lnTo>
                <a:close/>
                <a:moveTo>
                  <a:pt x="58193360" y="25780410"/>
                </a:moveTo>
                <a:lnTo>
                  <a:pt x="58193360" y="25780410"/>
                </a:lnTo>
                <a:lnTo>
                  <a:pt x="57925025" y="27264541"/>
                </a:lnTo>
                <a:close/>
                <a:moveTo>
                  <a:pt x="55856989" y="34536402"/>
                </a:moveTo>
                <a:lnTo>
                  <a:pt x="55565194" y="34752989"/>
                </a:lnTo>
                <a:lnTo>
                  <a:pt x="54605710" y="35146102"/>
                </a:lnTo>
                <a:close/>
                <a:moveTo>
                  <a:pt x="46984001" y="40363952"/>
                </a:moveTo>
                <a:lnTo>
                  <a:pt x="47234782" y="39789146"/>
                </a:lnTo>
                <a:lnTo>
                  <a:pt x="46978463" y="40545212"/>
                </a:lnTo>
                <a:close/>
                <a:moveTo>
                  <a:pt x="47080390" y="39686462"/>
                </a:moveTo>
                <a:lnTo>
                  <a:pt x="47567140" y="38848991"/>
                </a:lnTo>
                <a:lnTo>
                  <a:pt x="47780704" y="38633048"/>
                </a:lnTo>
                <a:close/>
                <a:moveTo>
                  <a:pt x="48522834" y="37480401"/>
                </a:moveTo>
                <a:lnTo>
                  <a:pt x="48470884" y="37562419"/>
                </a:lnTo>
                <a:lnTo>
                  <a:pt x="48973891" y="36652621"/>
                </a:lnTo>
                <a:close/>
                <a:moveTo>
                  <a:pt x="54170661" y="35325943"/>
                </a:moveTo>
                <a:lnTo>
                  <a:pt x="50657502" y="36818466"/>
                </a:lnTo>
                <a:lnTo>
                  <a:pt x="48522834" y="37480401"/>
                </a:lnTo>
                <a:close/>
                <a:moveTo>
                  <a:pt x="53139277" y="40594526"/>
                </a:moveTo>
                <a:lnTo>
                  <a:pt x="53138777" y="40549834"/>
                </a:lnTo>
                <a:lnTo>
                  <a:pt x="53236820" y="40897384"/>
                </a:lnTo>
                <a:close/>
                <a:moveTo>
                  <a:pt x="55907440" y="40072675"/>
                </a:moveTo>
                <a:lnTo>
                  <a:pt x="55990386" y="40177316"/>
                </a:lnTo>
                <a:lnTo>
                  <a:pt x="55935860" y="40313350"/>
                </a:lnTo>
                <a:close/>
                <a:moveTo>
                  <a:pt x="50120352" y="34886488"/>
                </a:moveTo>
                <a:lnTo>
                  <a:pt x="49897744" y="35078589"/>
                </a:lnTo>
                <a:lnTo>
                  <a:pt x="49776335" y="35126417"/>
                </a:lnTo>
                <a:close/>
                <a:moveTo>
                  <a:pt x="50320300" y="34277237"/>
                </a:moveTo>
                <a:lnTo>
                  <a:pt x="50488328" y="33905736"/>
                </a:lnTo>
                <a:lnTo>
                  <a:pt x="50120352" y="34886488"/>
                </a:lnTo>
                <a:close/>
                <a:moveTo>
                  <a:pt x="50038035" y="33997309"/>
                </a:moveTo>
                <a:lnTo>
                  <a:pt x="50165058" y="33396441"/>
                </a:lnTo>
                <a:lnTo>
                  <a:pt x="50167895" y="34126328"/>
                </a:lnTo>
                <a:close/>
                <a:moveTo>
                  <a:pt x="49488990" y="31966315"/>
                </a:moveTo>
                <a:lnTo>
                  <a:pt x="49543239" y="31477877"/>
                </a:lnTo>
                <a:lnTo>
                  <a:pt x="49540295" y="31957076"/>
                </a:lnTo>
                <a:close/>
                <a:moveTo>
                  <a:pt x="58166959" y="27143068"/>
                </a:moveTo>
                <a:lnTo>
                  <a:pt x="61742430" y="25544256"/>
                </a:lnTo>
                <a:lnTo>
                  <a:pt x="58966410" y="26792451"/>
                </a:lnTo>
                <a:close/>
                <a:moveTo>
                  <a:pt x="62307577" y="24793303"/>
                </a:moveTo>
                <a:lnTo>
                  <a:pt x="61980253" y="25466255"/>
                </a:lnTo>
                <a:lnTo>
                  <a:pt x="62011755" y="25301571"/>
                </a:lnTo>
                <a:lnTo>
                  <a:pt x="61742430" y="25544256"/>
                </a:lnTo>
                <a:close/>
                <a:moveTo>
                  <a:pt x="62446015" y="24505651"/>
                </a:moveTo>
                <a:lnTo>
                  <a:pt x="62398244" y="24605116"/>
                </a:lnTo>
                <a:lnTo>
                  <a:pt x="62237606" y="24276765"/>
                </a:lnTo>
                <a:close/>
                <a:moveTo>
                  <a:pt x="62111309" y="23894626"/>
                </a:moveTo>
                <a:lnTo>
                  <a:pt x="62109834" y="24014485"/>
                </a:lnTo>
                <a:lnTo>
                  <a:pt x="62090013" y="23973713"/>
                </a:lnTo>
                <a:close/>
                <a:moveTo>
                  <a:pt x="60229234" y="27083975"/>
                </a:moveTo>
                <a:lnTo>
                  <a:pt x="60309145" y="26772765"/>
                </a:lnTo>
                <a:lnTo>
                  <a:pt x="60215745" y="26411776"/>
                </a:lnTo>
                <a:lnTo>
                  <a:pt x="60398406" y="26791704"/>
                </a:lnTo>
                <a:close/>
                <a:moveTo>
                  <a:pt x="59833048" y="26594797"/>
                </a:moveTo>
                <a:lnTo>
                  <a:pt x="59735052" y="26753728"/>
                </a:lnTo>
                <a:lnTo>
                  <a:pt x="59352984" y="26974215"/>
                </a:lnTo>
                <a:lnTo>
                  <a:pt x="59509290" y="26751162"/>
                </a:lnTo>
                <a:close/>
                <a:moveTo>
                  <a:pt x="52688201" y="14743898"/>
                </a:moveTo>
                <a:lnTo>
                  <a:pt x="52321548" y="15453585"/>
                </a:lnTo>
                <a:lnTo>
                  <a:pt x="52402315" y="15410168"/>
                </a:lnTo>
                <a:close/>
                <a:moveTo>
                  <a:pt x="54721098" y="18786135"/>
                </a:moveTo>
                <a:lnTo>
                  <a:pt x="54687222" y="19097589"/>
                </a:lnTo>
                <a:lnTo>
                  <a:pt x="54773607" y="19032291"/>
                </a:lnTo>
                <a:close/>
                <a:moveTo>
                  <a:pt x="61662646" y="28092912"/>
                </a:moveTo>
                <a:lnTo>
                  <a:pt x="61679673" y="28085013"/>
                </a:lnTo>
                <a:lnTo>
                  <a:pt x="61641357" y="28102784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aat_Alabama"/>
          <p:cNvSpPr/>
          <p:nvPr/>
        </p:nvSpPr>
        <p:spPr>
          <a:xfrm>
            <a:off x="30771170" y="23059459"/>
            <a:ext cx="4049077" cy="6867992"/>
          </a:xfrm>
          <a:custGeom>
            <a:avLst/>
            <a:gdLst/>
            <a:ahLst/>
            <a:cxnLst/>
            <a:rect l="l" t="t" r="r" b="b"/>
            <a:pathLst>
              <a:path w="4049077" h="6867992">
                <a:moveTo>
                  <a:pt x="1286506" y="965904"/>
                </a:moveTo>
                <a:lnTo>
                  <a:pt x="3824510" y="0"/>
                </a:lnTo>
                <a:lnTo>
                  <a:pt x="3851890" y="2626465"/>
                </a:lnTo>
                <a:lnTo>
                  <a:pt x="4049077" y="3271673"/>
                </a:lnTo>
                <a:lnTo>
                  <a:pt x="3726525" y="3893937"/>
                </a:lnTo>
                <a:lnTo>
                  <a:pt x="3734419" y="4876578"/>
                </a:lnTo>
                <a:lnTo>
                  <a:pt x="996859" y="5832077"/>
                </a:lnTo>
                <a:lnTo>
                  <a:pt x="1133559" y="6434406"/>
                </a:lnTo>
                <a:lnTo>
                  <a:pt x="788590" y="6750925"/>
                </a:lnTo>
                <a:lnTo>
                  <a:pt x="487246" y="6354353"/>
                </a:lnTo>
                <a:lnTo>
                  <a:pt x="273925" y="6836256"/>
                </a:lnTo>
                <a:lnTo>
                  <a:pt x="0" y="6867992"/>
                </a:lnTo>
                <a:lnTo>
                  <a:pt x="250645" y="5049784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at_Arizona"/>
          <p:cNvSpPr/>
          <p:nvPr/>
        </p:nvSpPr>
        <p:spPr>
          <a:xfrm>
            <a:off x="-5926305" y="25032442"/>
            <a:ext cx="9900831" cy="7326871"/>
          </a:xfrm>
          <a:custGeom>
            <a:avLst/>
            <a:gdLst/>
            <a:ahLst/>
            <a:cxnLst/>
            <a:rect l="l" t="t" r="r" b="b"/>
            <a:pathLst>
              <a:path w="9900831" h="7326871">
                <a:moveTo>
                  <a:pt x="9900831" y="2110896"/>
                </a:moveTo>
                <a:lnTo>
                  <a:pt x="8912201" y="7326871"/>
                </a:lnTo>
                <a:lnTo>
                  <a:pt x="5766787" y="6838320"/>
                </a:lnTo>
                <a:lnTo>
                  <a:pt x="139211" y="4280589"/>
                </a:lnTo>
                <a:lnTo>
                  <a:pt x="646425" y="4093076"/>
                </a:lnTo>
                <a:lnTo>
                  <a:pt x="245050" y="3398757"/>
                </a:lnTo>
                <a:lnTo>
                  <a:pt x="544817" y="3354573"/>
                </a:lnTo>
                <a:lnTo>
                  <a:pt x="511599" y="2958572"/>
                </a:lnTo>
                <a:lnTo>
                  <a:pt x="1106644" y="2779644"/>
                </a:lnTo>
                <a:lnTo>
                  <a:pt x="298298" y="1932331"/>
                </a:lnTo>
                <a:lnTo>
                  <a:pt x="0" y="563033"/>
                </a:lnTo>
                <a:lnTo>
                  <a:pt x="941322" y="986713"/>
                </a:lnTo>
                <a:lnTo>
                  <a:pt x="975584" y="0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at_Arkansas"/>
          <p:cNvSpPr/>
          <p:nvPr/>
        </p:nvSpPr>
        <p:spPr>
          <a:xfrm>
            <a:off x="24705796" y="22703716"/>
            <a:ext cx="6092430" cy="5980115"/>
          </a:xfrm>
          <a:custGeom>
            <a:avLst/>
            <a:gdLst/>
            <a:ahLst/>
            <a:cxnLst/>
            <a:rect l="l" t="t" r="r" b="b"/>
            <a:pathLst>
              <a:path w="6092430" h="5980115">
                <a:moveTo>
                  <a:pt x="1030885" y="1730825"/>
                </a:moveTo>
                <a:lnTo>
                  <a:pt x="5822951" y="0"/>
                </a:lnTo>
                <a:lnTo>
                  <a:pt x="5850018" y="235450"/>
                </a:lnTo>
                <a:lnTo>
                  <a:pt x="5432946" y="781910"/>
                </a:lnTo>
                <a:lnTo>
                  <a:pt x="6092430" y="534382"/>
                </a:lnTo>
                <a:lnTo>
                  <a:pt x="6002179" y="804048"/>
                </a:lnTo>
                <a:lnTo>
                  <a:pt x="5510180" y="1452758"/>
                </a:lnTo>
                <a:lnTo>
                  <a:pt x="4731433" y="2974450"/>
                </a:lnTo>
                <a:lnTo>
                  <a:pt x="4227656" y="3486786"/>
                </a:lnTo>
                <a:lnTo>
                  <a:pt x="3740906" y="4324257"/>
                </a:lnTo>
                <a:lnTo>
                  <a:pt x="3895298" y="4426941"/>
                </a:lnTo>
                <a:lnTo>
                  <a:pt x="3644517" y="5001747"/>
                </a:lnTo>
                <a:lnTo>
                  <a:pt x="310723" y="5980115"/>
                </a:lnTo>
                <a:lnTo>
                  <a:pt x="500577" y="5333677"/>
                </a:lnTo>
                <a:lnTo>
                  <a:pt x="0" y="5378615"/>
                </a:lnTo>
                <a:lnTo>
                  <a:pt x="763081" y="3138121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at_California"/>
          <p:cNvSpPr/>
          <p:nvPr/>
        </p:nvSpPr>
        <p:spPr>
          <a:xfrm>
            <a:off x="-18492348" y="9220999"/>
            <a:ext cx="13672687" cy="19966371"/>
          </a:xfrm>
          <a:custGeom>
            <a:avLst/>
            <a:gdLst/>
            <a:ahLst/>
            <a:cxnLst/>
            <a:rect l="l" t="t" r="r" b="b"/>
            <a:pathLst>
              <a:path w="13672687" h="19966371">
                <a:moveTo>
                  <a:pt x="74070" y="0"/>
                </a:moveTo>
                <a:lnTo>
                  <a:pt x="3667777" y="3192780"/>
                </a:lnTo>
                <a:lnTo>
                  <a:pt x="4552509" y="8639947"/>
                </a:lnTo>
                <a:lnTo>
                  <a:pt x="12853433" y="17611590"/>
                </a:lnTo>
                <a:lnTo>
                  <a:pt x="13672687" y="18591087"/>
                </a:lnTo>
                <a:lnTo>
                  <a:pt x="13077642" y="18770015"/>
                </a:lnTo>
                <a:lnTo>
                  <a:pt x="13110860" y="19166016"/>
                </a:lnTo>
                <a:lnTo>
                  <a:pt x="12811093" y="19210200"/>
                </a:lnTo>
                <a:lnTo>
                  <a:pt x="13132064" y="19966371"/>
                </a:lnTo>
                <a:lnTo>
                  <a:pt x="9388431" y="18846470"/>
                </a:lnTo>
                <a:lnTo>
                  <a:pt x="8862704" y="17826738"/>
                </a:lnTo>
                <a:lnTo>
                  <a:pt x="7851093" y="16878243"/>
                </a:lnTo>
                <a:lnTo>
                  <a:pt x="7543984" y="16760380"/>
                </a:lnTo>
                <a:lnTo>
                  <a:pt x="7309622" y="16317988"/>
                </a:lnTo>
                <a:lnTo>
                  <a:pt x="6441650" y="15777540"/>
                </a:lnTo>
                <a:lnTo>
                  <a:pt x="5974454" y="15234685"/>
                </a:lnTo>
                <a:lnTo>
                  <a:pt x="4820487" y="14583238"/>
                </a:lnTo>
                <a:lnTo>
                  <a:pt x="4590960" y="14302080"/>
                </a:lnTo>
                <a:lnTo>
                  <a:pt x="4551391" y="13659357"/>
                </a:lnTo>
                <a:lnTo>
                  <a:pt x="2907912" y="11148278"/>
                </a:lnTo>
                <a:lnTo>
                  <a:pt x="2963881" y="10545976"/>
                </a:lnTo>
                <a:lnTo>
                  <a:pt x="2209623" y="9449295"/>
                </a:lnTo>
                <a:lnTo>
                  <a:pt x="2090674" y="8088581"/>
                </a:lnTo>
                <a:lnTo>
                  <a:pt x="2019863" y="8351327"/>
                </a:lnTo>
                <a:lnTo>
                  <a:pt x="1558713" y="7876712"/>
                </a:lnTo>
                <a:lnTo>
                  <a:pt x="1311864" y="7074478"/>
                </a:lnTo>
                <a:lnTo>
                  <a:pt x="665116" y="5812710"/>
                </a:lnTo>
                <a:lnTo>
                  <a:pt x="477347" y="4255211"/>
                </a:lnTo>
                <a:lnTo>
                  <a:pt x="0" y="3142250"/>
                </a:lnTo>
                <a:lnTo>
                  <a:pt x="196577" y="1181010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at_Colorado"/>
          <p:cNvSpPr/>
          <p:nvPr/>
        </p:nvSpPr>
        <p:spPr>
          <a:xfrm>
            <a:off x="3974526" y="21179713"/>
            <a:ext cx="15225463" cy="5963625"/>
          </a:xfrm>
          <a:custGeom>
            <a:avLst/>
            <a:gdLst/>
            <a:ahLst/>
            <a:cxnLst/>
            <a:rect l="l" t="t" r="r" b="b"/>
            <a:pathLst>
              <a:path w="15225463" h="5963625">
                <a:moveTo>
                  <a:pt x="965831" y="2291661"/>
                </a:moveTo>
                <a:lnTo>
                  <a:pt x="15225463" y="0"/>
                </a:lnTo>
                <a:lnTo>
                  <a:pt x="12169554" y="5350505"/>
                </a:lnTo>
                <a:lnTo>
                  <a:pt x="0" y="596362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at_Connecticut"/>
          <p:cNvSpPr/>
          <p:nvPr/>
        </p:nvSpPr>
        <p:spPr>
          <a:xfrm>
            <a:off x="44464191" y="8331848"/>
            <a:ext cx="1299916" cy="2055337"/>
          </a:xfrm>
          <a:custGeom>
            <a:avLst/>
            <a:gdLst/>
            <a:ahLst/>
            <a:cxnLst/>
            <a:rect l="l" t="t" r="r" b="b"/>
            <a:pathLst>
              <a:path w="1299916" h="2055337">
                <a:moveTo>
                  <a:pt x="41511" y="494875"/>
                </a:moveTo>
                <a:lnTo>
                  <a:pt x="1199213" y="0"/>
                </a:lnTo>
                <a:lnTo>
                  <a:pt x="1299916" y="848236"/>
                </a:lnTo>
                <a:lnTo>
                  <a:pt x="551872" y="1393759"/>
                </a:lnTo>
                <a:lnTo>
                  <a:pt x="64417" y="2055337"/>
                </a:lnTo>
                <a:lnTo>
                  <a:pt x="0" y="1916340"/>
                </a:lnTo>
                <a:lnTo>
                  <a:pt x="159311" y="168136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at_Delaware"/>
          <p:cNvSpPr/>
          <p:nvPr/>
        </p:nvSpPr>
        <p:spPr>
          <a:xfrm>
            <a:off x="43108742" y="12643082"/>
            <a:ext cx="638781" cy="1972527"/>
          </a:xfrm>
          <a:custGeom>
            <a:avLst/>
            <a:gdLst/>
            <a:ahLst/>
            <a:cxnLst/>
            <a:rect l="l" t="t" r="r" b="b"/>
            <a:pathLst>
              <a:path w="638781" h="1972527">
                <a:moveTo>
                  <a:pt x="269325" y="0"/>
                </a:moveTo>
                <a:lnTo>
                  <a:pt x="163878" y="545699"/>
                </a:lnTo>
                <a:lnTo>
                  <a:pt x="638781" y="1757464"/>
                </a:lnTo>
                <a:lnTo>
                  <a:pt x="145091" y="1972527"/>
                </a:lnTo>
                <a:lnTo>
                  <a:pt x="0" y="24268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at_Florida"/>
          <p:cNvSpPr/>
          <p:nvPr/>
        </p:nvSpPr>
        <p:spPr>
          <a:xfrm>
            <a:off x="31715568" y="26951198"/>
            <a:ext cx="7510746" cy="6347744"/>
          </a:xfrm>
          <a:custGeom>
            <a:avLst/>
            <a:gdLst/>
            <a:ahLst/>
            <a:cxnLst/>
            <a:rect l="l" t="t" r="r" b="b"/>
            <a:pathLst>
              <a:path w="7510746" h="6347744">
                <a:moveTo>
                  <a:pt x="52461" y="1940338"/>
                </a:moveTo>
                <a:lnTo>
                  <a:pt x="2790021" y="984839"/>
                </a:lnTo>
                <a:lnTo>
                  <a:pt x="2887564" y="1287697"/>
                </a:lnTo>
                <a:lnTo>
                  <a:pt x="5558184" y="462988"/>
                </a:lnTo>
                <a:lnTo>
                  <a:pt x="5586604" y="703663"/>
                </a:lnTo>
                <a:lnTo>
                  <a:pt x="5848847" y="46129"/>
                </a:lnTo>
                <a:lnTo>
                  <a:pt x="6333985" y="0"/>
                </a:lnTo>
                <a:lnTo>
                  <a:pt x="6444110" y="1042242"/>
                </a:lnTo>
                <a:lnTo>
                  <a:pt x="7090955" y="2330767"/>
                </a:lnTo>
                <a:lnTo>
                  <a:pt x="7025588" y="2776416"/>
                </a:lnTo>
                <a:lnTo>
                  <a:pt x="7510746" y="4064298"/>
                </a:lnTo>
                <a:lnTo>
                  <a:pt x="7349003" y="5303473"/>
                </a:lnTo>
                <a:lnTo>
                  <a:pt x="6958277" y="6042634"/>
                </a:lnTo>
                <a:lnTo>
                  <a:pt x="6336930" y="6347744"/>
                </a:lnTo>
                <a:lnTo>
                  <a:pt x="6082041" y="5670235"/>
                </a:lnTo>
                <a:lnTo>
                  <a:pt x="5733624" y="5769108"/>
                </a:lnTo>
                <a:lnTo>
                  <a:pt x="5402756" y="4742990"/>
                </a:lnTo>
                <a:lnTo>
                  <a:pt x="5190893" y="4951504"/>
                </a:lnTo>
                <a:lnTo>
                  <a:pt x="4776905" y="4342310"/>
                </a:lnTo>
                <a:lnTo>
                  <a:pt x="5127960" y="3769588"/>
                </a:lnTo>
                <a:lnTo>
                  <a:pt x="4770330" y="4063045"/>
                </a:lnTo>
                <a:lnTo>
                  <a:pt x="4650058" y="3884621"/>
                </a:lnTo>
                <a:lnTo>
                  <a:pt x="4961628" y="2637869"/>
                </a:lnTo>
                <a:lnTo>
                  <a:pt x="4042139" y="1828289"/>
                </a:lnTo>
                <a:lnTo>
                  <a:pt x="3674368" y="1708613"/>
                </a:lnTo>
                <a:lnTo>
                  <a:pt x="2272616" y="2667655"/>
                </a:lnTo>
                <a:lnTo>
                  <a:pt x="2210226" y="2414897"/>
                </a:lnTo>
                <a:lnTo>
                  <a:pt x="1331030" y="2235316"/>
                </a:lnTo>
                <a:lnTo>
                  <a:pt x="0" y="2771601"/>
                </a:lnTo>
                <a:lnTo>
                  <a:pt x="189161" y="254266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taat_Georgia"/>
          <p:cNvSpPr/>
          <p:nvPr/>
        </p:nvSpPr>
        <p:spPr>
          <a:xfrm>
            <a:off x="34435436" y="22094500"/>
            <a:ext cx="4261078" cy="6144395"/>
          </a:xfrm>
          <a:custGeom>
            <a:avLst/>
            <a:gdLst/>
            <a:ahLst/>
            <a:cxnLst/>
            <a:rect l="l" t="t" r="r" b="b"/>
            <a:pathLst>
              <a:path w="4261078" h="6144395">
                <a:moveTo>
                  <a:pt x="2496070" y="0"/>
                </a:moveTo>
                <a:lnTo>
                  <a:pt x="2242071" y="512361"/>
                </a:lnTo>
                <a:lnTo>
                  <a:pt x="2621643" y="608785"/>
                </a:lnTo>
                <a:lnTo>
                  <a:pt x="2876136" y="1192464"/>
                </a:lnTo>
                <a:lnTo>
                  <a:pt x="3770877" y="1999221"/>
                </a:lnTo>
                <a:lnTo>
                  <a:pt x="4049746" y="2979394"/>
                </a:lnTo>
                <a:lnTo>
                  <a:pt x="4261078" y="3000606"/>
                </a:lnTo>
                <a:lnTo>
                  <a:pt x="3693097" y="4315809"/>
                </a:lnTo>
                <a:lnTo>
                  <a:pt x="3614117" y="4856698"/>
                </a:lnTo>
                <a:lnTo>
                  <a:pt x="3128979" y="4902827"/>
                </a:lnTo>
                <a:lnTo>
                  <a:pt x="2987455" y="5507702"/>
                </a:lnTo>
                <a:lnTo>
                  <a:pt x="2838316" y="5319686"/>
                </a:lnTo>
                <a:lnTo>
                  <a:pt x="167696" y="6144395"/>
                </a:lnTo>
                <a:lnTo>
                  <a:pt x="0" y="5546605"/>
                </a:lnTo>
                <a:lnTo>
                  <a:pt x="62259" y="4858896"/>
                </a:lnTo>
                <a:lnTo>
                  <a:pt x="384811" y="4236632"/>
                </a:lnTo>
                <a:lnTo>
                  <a:pt x="187624" y="3591424"/>
                </a:lnTo>
                <a:lnTo>
                  <a:pt x="160244" y="964959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at_Idaho"/>
          <p:cNvSpPr/>
          <p:nvPr/>
        </p:nvSpPr>
        <p:spPr>
          <a:xfrm>
            <a:off x="-13224025" y="-7378524"/>
            <a:ext cx="13086362" cy="28974677"/>
          </a:xfrm>
          <a:custGeom>
            <a:avLst/>
            <a:gdLst/>
            <a:ahLst/>
            <a:cxnLst/>
            <a:rect l="l" t="t" r="r" b="b"/>
            <a:pathLst>
              <a:path w="13086362" h="28974677">
                <a:moveTo>
                  <a:pt x="3617527" y="0"/>
                </a:moveTo>
                <a:lnTo>
                  <a:pt x="1943179" y="3745658"/>
                </a:lnTo>
                <a:lnTo>
                  <a:pt x="1483121" y="6022745"/>
                </a:lnTo>
                <a:lnTo>
                  <a:pt x="1584141" y="10103068"/>
                </a:lnTo>
                <a:lnTo>
                  <a:pt x="1764335" y="10265693"/>
                </a:lnTo>
                <a:lnTo>
                  <a:pt x="1967639" y="15383843"/>
                </a:lnTo>
                <a:lnTo>
                  <a:pt x="2276092" y="16133491"/>
                </a:lnTo>
                <a:lnTo>
                  <a:pt x="2408034" y="15531329"/>
                </a:lnTo>
                <a:lnTo>
                  <a:pt x="2710484" y="16280794"/>
                </a:lnTo>
                <a:lnTo>
                  <a:pt x="4230079" y="19969674"/>
                </a:lnTo>
                <a:lnTo>
                  <a:pt x="4972784" y="20909784"/>
                </a:lnTo>
                <a:lnTo>
                  <a:pt x="6097980" y="22550296"/>
                </a:lnTo>
                <a:lnTo>
                  <a:pt x="9312579" y="24647082"/>
                </a:lnTo>
                <a:lnTo>
                  <a:pt x="9746910" y="24656792"/>
                </a:lnTo>
                <a:lnTo>
                  <a:pt x="11444271" y="25848872"/>
                </a:lnTo>
                <a:lnTo>
                  <a:pt x="13086362" y="28974677"/>
                </a:lnTo>
                <a:lnTo>
                  <a:pt x="1684673" y="22609697"/>
                </a:lnTo>
                <a:lnTo>
                  <a:pt x="564231" y="17487117"/>
                </a:lnTo>
                <a:lnTo>
                  <a:pt x="124406" y="16440676"/>
                </a:lnTo>
                <a:lnTo>
                  <a:pt x="354423" y="13116860"/>
                </a:lnTo>
                <a:lnTo>
                  <a:pt x="0" y="9990460"/>
                </a:lnTo>
                <a:lnTo>
                  <a:pt x="2664072" y="435196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at_Illinois"/>
          <p:cNvSpPr/>
          <p:nvPr/>
        </p:nvSpPr>
        <p:spPr>
          <a:xfrm>
            <a:off x="30487190" y="12425441"/>
            <a:ext cx="3827542" cy="9238433"/>
          </a:xfrm>
          <a:custGeom>
            <a:avLst/>
            <a:gdLst/>
            <a:ahLst/>
            <a:cxnLst/>
            <a:rect l="l" t="t" r="r" b="b"/>
            <a:pathLst>
              <a:path w="3827542" h="9238433">
                <a:moveTo>
                  <a:pt x="1569820" y="867786"/>
                </a:moveTo>
                <a:lnTo>
                  <a:pt x="3760050" y="0"/>
                </a:lnTo>
                <a:lnTo>
                  <a:pt x="3827542" y="1242968"/>
                </a:lnTo>
                <a:lnTo>
                  <a:pt x="3167445" y="5373583"/>
                </a:lnTo>
                <a:lnTo>
                  <a:pt x="3197919" y="5917330"/>
                </a:lnTo>
                <a:lnTo>
                  <a:pt x="2666528" y="6847061"/>
                </a:lnTo>
                <a:lnTo>
                  <a:pt x="2353457" y="8065057"/>
                </a:lnTo>
                <a:lnTo>
                  <a:pt x="1943470" y="8356465"/>
                </a:lnTo>
                <a:lnTo>
                  <a:pt x="1787978" y="8843508"/>
                </a:lnTo>
                <a:lnTo>
                  <a:pt x="1367450" y="8821806"/>
                </a:lnTo>
                <a:lnTo>
                  <a:pt x="1048472" y="9238433"/>
                </a:lnTo>
                <a:lnTo>
                  <a:pt x="1044180" y="8312511"/>
                </a:lnTo>
                <a:lnTo>
                  <a:pt x="413172" y="7852272"/>
                </a:lnTo>
                <a:lnTo>
                  <a:pt x="856911" y="6796451"/>
                </a:lnTo>
                <a:lnTo>
                  <a:pt x="419092" y="6946113"/>
                </a:lnTo>
                <a:lnTo>
                  <a:pt x="422361" y="6393947"/>
                </a:lnTo>
                <a:lnTo>
                  <a:pt x="0" y="5891523"/>
                </a:lnTo>
                <a:lnTo>
                  <a:pt x="66714" y="5113137"/>
                </a:lnTo>
                <a:lnTo>
                  <a:pt x="795171" y="3762092"/>
                </a:lnTo>
                <a:lnTo>
                  <a:pt x="893555" y="2946687"/>
                </a:lnTo>
                <a:lnTo>
                  <a:pt x="1535478" y="2393956"/>
                </a:lnTo>
                <a:lnTo>
                  <a:pt x="1735394" y="1956437"/>
                </a:lnTo>
                <a:lnTo>
                  <a:pt x="1835309" y="139557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aat_Indiana"/>
          <p:cNvSpPr/>
          <p:nvPr/>
        </p:nvSpPr>
        <p:spPr>
          <a:xfrm>
            <a:off x="32959660" y="12728915"/>
            <a:ext cx="3446004" cy="7281006"/>
          </a:xfrm>
          <a:custGeom>
            <a:avLst/>
            <a:gdLst/>
            <a:ahLst/>
            <a:cxnLst/>
            <a:rect l="l" t="t" r="r" b="b"/>
            <a:pathLst>
              <a:path w="3446004" h="7281006">
                <a:moveTo>
                  <a:pt x="1355072" y="939494"/>
                </a:moveTo>
                <a:lnTo>
                  <a:pt x="3446004" y="0"/>
                </a:lnTo>
                <a:lnTo>
                  <a:pt x="3031598" y="4635107"/>
                </a:lnTo>
                <a:lnTo>
                  <a:pt x="2499538" y="4938572"/>
                </a:lnTo>
                <a:lnTo>
                  <a:pt x="2473662" y="5229502"/>
                </a:lnTo>
                <a:lnTo>
                  <a:pt x="1826817" y="6307002"/>
                </a:lnTo>
                <a:lnTo>
                  <a:pt x="1637968" y="6096320"/>
                </a:lnTo>
                <a:lnTo>
                  <a:pt x="1408922" y="6519029"/>
                </a:lnTo>
                <a:lnTo>
                  <a:pt x="1163482" y="6537582"/>
                </a:lnTo>
                <a:lnTo>
                  <a:pt x="816882" y="6960490"/>
                </a:lnTo>
                <a:lnTo>
                  <a:pt x="435176" y="6861533"/>
                </a:lnTo>
                <a:lnTo>
                  <a:pt x="0" y="7281006"/>
                </a:lnTo>
                <a:lnTo>
                  <a:pt x="194058" y="6543587"/>
                </a:lnTo>
                <a:lnTo>
                  <a:pt x="725449" y="5613856"/>
                </a:lnTo>
                <a:lnTo>
                  <a:pt x="694975" y="5070109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at_Iowa"/>
          <p:cNvSpPr/>
          <p:nvPr/>
        </p:nvSpPr>
        <p:spPr>
          <a:xfrm>
            <a:off x="26616389" y="11688609"/>
            <a:ext cx="5692435" cy="7016063"/>
          </a:xfrm>
          <a:custGeom>
            <a:avLst/>
            <a:gdLst/>
            <a:ahLst/>
            <a:cxnLst/>
            <a:rect l="l" t="t" r="r" b="b"/>
            <a:pathLst>
              <a:path w="5692435" h="7016063">
                <a:moveTo>
                  <a:pt x="5157577" y="0"/>
                </a:moveTo>
                <a:lnTo>
                  <a:pt x="5327194" y="369138"/>
                </a:lnTo>
                <a:lnTo>
                  <a:pt x="5174173" y="1306072"/>
                </a:lnTo>
                <a:lnTo>
                  <a:pt x="5420674" y="1399958"/>
                </a:lnTo>
                <a:lnTo>
                  <a:pt x="5692435" y="2344907"/>
                </a:lnTo>
                <a:lnTo>
                  <a:pt x="5406279" y="3130788"/>
                </a:lnTo>
                <a:lnTo>
                  <a:pt x="4764356" y="3683519"/>
                </a:lnTo>
                <a:lnTo>
                  <a:pt x="4665972" y="4498924"/>
                </a:lnTo>
                <a:lnTo>
                  <a:pt x="4070133" y="5580382"/>
                </a:lnTo>
                <a:lnTo>
                  <a:pt x="3878995" y="5305876"/>
                </a:lnTo>
                <a:lnTo>
                  <a:pt x="0" y="7016063"/>
                </a:lnTo>
                <a:lnTo>
                  <a:pt x="470349" y="4679882"/>
                </a:lnTo>
                <a:lnTo>
                  <a:pt x="446006" y="3468184"/>
                </a:lnTo>
                <a:lnTo>
                  <a:pt x="879411" y="2533361"/>
                </a:lnTo>
                <a:lnTo>
                  <a:pt x="959439" y="1846396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at_Kansas"/>
          <p:cNvSpPr/>
          <p:nvPr/>
        </p:nvSpPr>
        <p:spPr>
          <a:xfrm>
            <a:off x="16144080" y="19487355"/>
            <a:ext cx="10959952" cy="7042863"/>
          </a:xfrm>
          <a:custGeom>
            <a:avLst/>
            <a:gdLst/>
            <a:ahLst/>
            <a:cxnLst/>
            <a:rect l="l" t="t" r="r" b="b"/>
            <a:pathLst>
              <a:path w="10959952" h="7042863">
                <a:moveTo>
                  <a:pt x="2131630" y="3210019"/>
                </a:moveTo>
                <a:lnTo>
                  <a:pt x="10614321" y="0"/>
                </a:lnTo>
                <a:lnTo>
                  <a:pt x="10959952" y="95989"/>
                </a:lnTo>
                <a:lnTo>
                  <a:pt x="10568390" y="662794"/>
                </a:lnTo>
                <a:lnTo>
                  <a:pt x="10892594" y="1058075"/>
                </a:lnTo>
                <a:lnTo>
                  <a:pt x="9822625" y="4257446"/>
                </a:lnTo>
                <a:lnTo>
                  <a:pt x="0" y="7042863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at_Kentucky"/>
          <p:cNvSpPr/>
          <p:nvPr/>
        </p:nvSpPr>
        <p:spPr>
          <a:xfrm>
            <a:off x="31262166" y="16724135"/>
            <a:ext cx="6957814" cy="5697591"/>
          </a:xfrm>
          <a:custGeom>
            <a:avLst/>
            <a:gdLst/>
            <a:ahLst/>
            <a:cxnLst/>
            <a:rect l="l" t="t" r="r" b="b"/>
            <a:pathLst>
              <a:path w="6957814" h="5697591">
                <a:moveTo>
                  <a:pt x="5231393" y="394976"/>
                </a:moveTo>
                <a:lnTo>
                  <a:pt x="5653658" y="464665"/>
                </a:lnTo>
                <a:lnTo>
                  <a:pt x="6318536" y="0"/>
                </a:lnTo>
                <a:lnTo>
                  <a:pt x="6552296" y="1066486"/>
                </a:lnTo>
                <a:lnTo>
                  <a:pt x="6957814" y="1438978"/>
                </a:lnTo>
                <a:lnTo>
                  <a:pt x="5870904" y="2988620"/>
                </a:lnTo>
                <a:lnTo>
                  <a:pt x="5363329" y="3416315"/>
                </a:lnTo>
                <a:lnTo>
                  <a:pt x="1361455" y="4927548"/>
                </a:lnTo>
                <a:lnTo>
                  <a:pt x="1329882" y="5177242"/>
                </a:lnTo>
                <a:lnTo>
                  <a:pt x="0" y="5697591"/>
                </a:lnTo>
                <a:lnTo>
                  <a:pt x="224498" y="5503864"/>
                </a:lnTo>
                <a:lnTo>
                  <a:pt x="592474" y="4523112"/>
                </a:lnTo>
                <a:lnTo>
                  <a:pt x="1013002" y="4544814"/>
                </a:lnTo>
                <a:lnTo>
                  <a:pt x="1168494" y="4057771"/>
                </a:lnTo>
                <a:lnTo>
                  <a:pt x="1578481" y="3766363"/>
                </a:lnTo>
                <a:lnTo>
                  <a:pt x="1538370" y="3544973"/>
                </a:lnTo>
                <a:lnTo>
                  <a:pt x="1807268" y="3113200"/>
                </a:lnTo>
                <a:lnTo>
                  <a:pt x="2132670" y="2866313"/>
                </a:lnTo>
                <a:lnTo>
                  <a:pt x="2514376" y="2965270"/>
                </a:lnTo>
                <a:lnTo>
                  <a:pt x="2860976" y="2542362"/>
                </a:lnTo>
                <a:lnTo>
                  <a:pt x="3106416" y="2523809"/>
                </a:lnTo>
                <a:lnTo>
                  <a:pt x="3335462" y="2101100"/>
                </a:lnTo>
                <a:lnTo>
                  <a:pt x="3524311" y="2311782"/>
                </a:lnTo>
                <a:lnTo>
                  <a:pt x="4171156" y="1234282"/>
                </a:lnTo>
                <a:lnTo>
                  <a:pt x="4197032" y="943352"/>
                </a:lnTo>
                <a:lnTo>
                  <a:pt x="4729092" y="639887"/>
                </a:lnTo>
                <a:lnTo>
                  <a:pt x="4774672" y="164546"/>
                </a:lnTo>
                <a:lnTo>
                  <a:pt x="5092319" y="2945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at_Louisiana"/>
          <p:cNvSpPr/>
          <p:nvPr/>
        </p:nvSpPr>
        <p:spPr>
          <a:xfrm>
            <a:off x="24229594" y="27705463"/>
            <a:ext cx="5614847" cy="4758538"/>
          </a:xfrm>
          <a:custGeom>
            <a:avLst/>
            <a:gdLst/>
            <a:ahLst/>
            <a:cxnLst/>
            <a:rect l="l" t="t" r="r" b="b"/>
            <a:pathLst>
              <a:path w="5614847" h="4758538">
                <a:moveTo>
                  <a:pt x="786925" y="978368"/>
                </a:moveTo>
                <a:lnTo>
                  <a:pt x="4120719" y="0"/>
                </a:lnTo>
                <a:lnTo>
                  <a:pt x="4097322" y="900796"/>
                </a:lnTo>
                <a:lnTo>
                  <a:pt x="3347132" y="1771899"/>
                </a:lnTo>
                <a:lnTo>
                  <a:pt x="3009959" y="2582541"/>
                </a:lnTo>
                <a:lnTo>
                  <a:pt x="5174976" y="1943202"/>
                </a:lnTo>
                <a:lnTo>
                  <a:pt x="4985359" y="2367288"/>
                </a:lnTo>
                <a:lnTo>
                  <a:pt x="5238627" y="2830790"/>
                </a:lnTo>
                <a:lnTo>
                  <a:pt x="4824075" y="3212884"/>
                </a:lnTo>
                <a:lnTo>
                  <a:pt x="5084298" y="3208353"/>
                </a:lnTo>
                <a:lnTo>
                  <a:pt x="5237829" y="2988083"/>
                </a:lnTo>
                <a:lnTo>
                  <a:pt x="5438801" y="3102860"/>
                </a:lnTo>
                <a:lnTo>
                  <a:pt x="5244220" y="3359277"/>
                </a:lnTo>
                <a:lnTo>
                  <a:pt x="4999017" y="3377516"/>
                </a:lnTo>
                <a:lnTo>
                  <a:pt x="4890971" y="3666175"/>
                </a:lnTo>
                <a:lnTo>
                  <a:pt x="5614847" y="3818586"/>
                </a:lnTo>
                <a:lnTo>
                  <a:pt x="5399298" y="4066522"/>
                </a:lnTo>
                <a:lnTo>
                  <a:pt x="4670562" y="3949818"/>
                </a:lnTo>
                <a:lnTo>
                  <a:pt x="4707669" y="3754863"/>
                </a:lnTo>
                <a:lnTo>
                  <a:pt x="4344566" y="4213798"/>
                </a:lnTo>
                <a:lnTo>
                  <a:pt x="3838210" y="4212943"/>
                </a:lnTo>
                <a:lnTo>
                  <a:pt x="3517374" y="4512028"/>
                </a:lnTo>
                <a:lnTo>
                  <a:pt x="2408103" y="4004806"/>
                </a:lnTo>
                <a:lnTo>
                  <a:pt x="1826567" y="4476344"/>
                </a:lnTo>
                <a:lnTo>
                  <a:pt x="779250" y="4481526"/>
                </a:lnTo>
                <a:lnTo>
                  <a:pt x="0" y="4758538"/>
                </a:lnTo>
                <a:lnTo>
                  <a:pt x="739110" y="3257779"/>
                </a:lnTo>
                <a:lnTo>
                  <a:pt x="440419" y="219528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aat_Maine"/>
          <p:cNvSpPr/>
          <p:nvPr/>
        </p:nvSpPr>
        <p:spPr>
          <a:xfrm>
            <a:off x="45469474" y="-155628"/>
            <a:ext cx="2704605" cy="6695850"/>
          </a:xfrm>
          <a:custGeom>
            <a:avLst/>
            <a:gdLst/>
            <a:ahLst/>
            <a:cxnLst/>
            <a:rect l="l" t="t" r="r" b="b"/>
            <a:pathLst>
              <a:path w="2704605" h="6695850">
                <a:moveTo>
                  <a:pt x="735342" y="6695850"/>
                </a:moveTo>
                <a:lnTo>
                  <a:pt x="504174" y="6377433"/>
                </a:lnTo>
                <a:lnTo>
                  <a:pt x="0" y="3637012"/>
                </a:lnTo>
                <a:lnTo>
                  <a:pt x="329903" y="2834998"/>
                </a:lnTo>
                <a:lnTo>
                  <a:pt x="316623" y="1377775"/>
                </a:lnTo>
                <a:lnTo>
                  <a:pt x="564196" y="104463"/>
                </a:lnTo>
                <a:lnTo>
                  <a:pt x="842909" y="421831"/>
                </a:lnTo>
                <a:lnTo>
                  <a:pt x="1189645" y="0"/>
                </a:lnTo>
                <a:lnTo>
                  <a:pt x="1544649" y="286230"/>
                </a:lnTo>
                <a:lnTo>
                  <a:pt x="1948471" y="2204943"/>
                </a:lnTo>
                <a:lnTo>
                  <a:pt x="2181664" y="2204108"/>
                </a:lnTo>
                <a:lnTo>
                  <a:pt x="2253177" y="2655849"/>
                </a:lnTo>
                <a:lnTo>
                  <a:pt x="2491402" y="2723953"/>
                </a:lnTo>
                <a:lnTo>
                  <a:pt x="2704605" y="3154297"/>
                </a:lnTo>
                <a:lnTo>
                  <a:pt x="2160519" y="4126537"/>
                </a:lnTo>
                <a:lnTo>
                  <a:pt x="2008116" y="3961382"/>
                </a:lnTo>
                <a:lnTo>
                  <a:pt x="2080538" y="4164598"/>
                </a:lnTo>
                <a:lnTo>
                  <a:pt x="1953894" y="4339311"/>
                </a:lnTo>
                <a:lnTo>
                  <a:pt x="1540316" y="4271148"/>
                </a:lnTo>
                <a:lnTo>
                  <a:pt x="1578420" y="4827775"/>
                </a:lnTo>
                <a:lnTo>
                  <a:pt x="1163056" y="5505873"/>
                </a:lnTo>
                <a:lnTo>
                  <a:pt x="1005668" y="538215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at_Maryland"/>
          <p:cNvSpPr/>
          <p:nvPr/>
        </p:nvSpPr>
        <p:spPr>
          <a:xfrm>
            <a:off x="40316436" y="12885767"/>
            <a:ext cx="3431087" cy="2561473"/>
          </a:xfrm>
          <a:custGeom>
            <a:avLst/>
            <a:gdLst/>
            <a:ahLst/>
            <a:cxnLst/>
            <a:rect l="l" t="t" r="r" b="b"/>
            <a:pathLst>
              <a:path w="3431087" h="2561473">
                <a:moveTo>
                  <a:pt x="2729549" y="2540757"/>
                </a:moveTo>
                <a:lnTo>
                  <a:pt x="2712522" y="2548656"/>
                </a:lnTo>
                <a:lnTo>
                  <a:pt x="2691233" y="2558528"/>
                </a:lnTo>
                <a:close/>
                <a:moveTo>
                  <a:pt x="16286" y="1248195"/>
                </a:moveTo>
                <a:lnTo>
                  <a:pt x="2792306" y="0"/>
                </a:lnTo>
                <a:lnTo>
                  <a:pt x="2937397" y="1729842"/>
                </a:lnTo>
                <a:lnTo>
                  <a:pt x="3431087" y="1514779"/>
                </a:lnTo>
                <a:lnTo>
                  <a:pt x="3306278" y="2164792"/>
                </a:lnTo>
                <a:lnTo>
                  <a:pt x="2816580" y="2561473"/>
                </a:lnTo>
                <a:lnTo>
                  <a:pt x="2832393" y="2132845"/>
                </a:lnTo>
                <a:lnTo>
                  <a:pt x="2706592" y="1960351"/>
                </a:lnTo>
                <a:lnTo>
                  <a:pt x="2510734" y="2127977"/>
                </a:lnTo>
                <a:lnTo>
                  <a:pt x="2456915" y="980303"/>
                </a:lnTo>
                <a:lnTo>
                  <a:pt x="2664402" y="295681"/>
                </a:lnTo>
                <a:lnTo>
                  <a:pt x="2382764" y="779068"/>
                </a:lnTo>
                <a:lnTo>
                  <a:pt x="2261432" y="1608317"/>
                </a:lnTo>
                <a:lnTo>
                  <a:pt x="2440202" y="2529251"/>
                </a:lnTo>
                <a:lnTo>
                  <a:pt x="1918067" y="2222838"/>
                </a:lnTo>
                <a:lnTo>
                  <a:pt x="1775676" y="2411383"/>
                </a:lnTo>
                <a:lnTo>
                  <a:pt x="1988914" y="1554010"/>
                </a:lnTo>
                <a:lnTo>
                  <a:pt x="1565124" y="1488858"/>
                </a:lnTo>
                <a:lnTo>
                  <a:pt x="1265621" y="867520"/>
                </a:lnTo>
                <a:lnTo>
                  <a:pt x="559166" y="1206906"/>
                </a:lnTo>
                <a:lnTo>
                  <a:pt x="0" y="200092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at_Massachusetts"/>
          <p:cNvSpPr/>
          <p:nvPr/>
        </p:nvSpPr>
        <p:spPr>
          <a:xfrm>
            <a:off x="44505702" y="6843586"/>
            <a:ext cx="2461210" cy="1999429"/>
          </a:xfrm>
          <a:custGeom>
            <a:avLst/>
            <a:gdLst/>
            <a:ahLst/>
            <a:cxnLst/>
            <a:rect l="l" t="t" r="r" b="b"/>
            <a:pathLst>
              <a:path w="2461210" h="1999429">
                <a:moveTo>
                  <a:pt x="1591598" y="0"/>
                </a:moveTo>
                <a:lnTo>
                  <a:pt x="1720401" y="224875"/>
                </a:lnTo>
                <a:lnTo>
                  <a:pt x="1662725" y="885619"/>
                </a:lnTo>
                <a:lnTo>
                  <a:pt x="1814425" y="846068"/>
                </a:lnTo>
                <a:lnTo>
                  <a:pt x="2051550" y="1370284"/>
                </a:lnTo>
                <a:lnTo>
                  <a:pt x="2461210" y="1180099"/>
                </a:lnTo>
                <a:lnTo>
                  <a:pt x="2439619" y="1391256"/>
                </a:lnTo>
                <a:lnTo>
                  <a:pt x="1712353" y="1999429"/>
                </a:lnTo>
                <a:lnTo>
                  <a:pt x="1441711" y="1362624"/>
                </a:lnTo>
                <a:lnTo>
                  <a:pt x="0" y="1983137"/>
                </a:lnTo>
                <a:lnTo>
                  <a:pt x="44673" y="922011"/>
                </a:lnTo>
                <a:lnTo>
                  <a:pt x="1376808" y="385792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at_Michigan"/>
          <p:cNvSpPr/>
          <p:nvPr/>
        </p:nvSpPr>
        <p:spPr>
          <a:xfrm>
            <a:off x="32937353" y="2085409"/>
            <a:ext cx="5206195" cy="11275886"/>
          </a:xfrm>
          <a:custGeom>
            <a:avLst/>
            <a:gdLst/>
            <a:ahLst/>
            <a:cxnLst/>
            <a:rect l="l" t="t" r="r" b="b"/>
            <a:pathLst>
              <a:path w="5206195" h="11275886">
                <a:moveTo>
                  <a:pt x="4478935" y="10270049"/>
                </a:moveTo>
                <a:lnTo>
                  <a:pt x="1930997" y="11275886"/>
                </a:lnTo>
                <a:lnTo>
                  <a:pt x="2534467" y="9480532"/>
                </a:lnTo>
                <a:lnTo>
                  <a:pt x="2402825" y="8067765"/>
                </a:lnTo>
                <a:lnTo>
                  <a:pt x="2676055" y="6079427"/>
                </a:lnTo>
                <a:lnTo>
                  <a:pt x="3122264" y="5162704"/>
                </a:lnTo>
                <a:lnTo>
                  <a:pt x="3173619" y="5804731"/>
                </a:lnTo>
                <a:lnTo>
                  <a:pt x="3562520" y="3917804"/>
                </a:lnTo>
                <a:lnTo>
                  <a:pt x="4039868" y="3981180"/>
                </a:lnTo>
                <a:lnTo>
                  <a:pt x="4650040" y="4629284"/>
                </a:lnTo>
                <a:lnTo>
                  <a:pt x="4656459" y="5983424"/>
                </a:lnTo>
                <a:lnTo>
                  <a:pt x="4317458" y="6691896"/>
                </a:lnTo>
                <a:lnTo>
                  <a:pt x="4253233" y="7243173"/>
                </a:lnTo>
                <a:lnTo>
                  <a:pt x="4419119" y="7315996"/>
                </a:lnTo>
                <a:lnTo>
                  <a:pt x="4942098" y="6324980"/>
                </a:lnTo>
                <a:lnTo>
                  <a:pt x="5131345" y="6615035"/>
                </a:lnTo>
                <a:lnTo>
                  <a:pt x="5206195" y="8584411"/>
                </a:lnTo>
                <a:lnTo>
                  <a:pt x="5007269" y="8603234"/>
                </a:lnTo>
                <a:close/>
                <a:moveTo>
                  <a:pt x="3150057" y="4042237"/>
                </a:moveTo>
                <a:lnTo>
                  <a:pt x="3202566" y="4288393"/>
                </a:lnTo>
                <a:lnTo>
                  <a:pt x="3116181" y="4353691"/>
                </a:lnTo>
                <a:close/>
                <a:moveTo>
                  <a:pt x="1790634" y="5652989"/>
                </a:moveTo>
                <a:lnTo>
                  <a:pt x="1693496" y="5495429"/>
                </a:lnTo>
                <a:lnTo>
                  <a:pt x="1764124" y="5213942"/>
                </a:lnTo>
                <a:lnTo>
                  <a:pt x="1607365" y="5222611"/>
                </a:lnTo>
                <a:lnTo>
                  <a:pt x="1691111" y="4623635"/>
                </a:lnTo>
                <a:lnTo>
                  <a:pt x="1485842" y="4225472"/>
                </a:lnTo>
                <a:lnTo>
                  <a:pt x="182123" y="3770456"/>
                </a:lnTo>
                <a:lnTo>
                  <a:pt x="0" y="3357013"/>
                </a:lnTo>
                <a:lnTo>
                  <a:pt x="913577" y="2319835"/>
                </a:lnTo>
                <a:lnTo>
                  <a:pt x="1409488" y="1336999"/>
                </a:lnTo>
                <a:lnTo>
                  <a:pt x="1555487" y="1445945"/>
                </a:lnTo>
                <a:lnTo>
                  <a:pt x="1274463" y="2643421"/>
                </a:lnTo>
                <a:lnTo>
                  <a:pt x="1614068" y="2338654"/>
                </a:lnTo>
                <a:lnTo>
                  <a:pt x="1950901" y="2958661"/>
                </a:lnTo>
                <a:lnTo>
                  <a:pt x="2401328" y="3026485"/>
                </a:lnTo>
                <a:lnTo>
                  <a:pt x="2736421" y="2520548"/>
                </a:lnTo>
                <a:lnTo>
                  <a:pt x="3429183" y="2176883"/>
                </a:lnTo>
                <a:lnTo>
                  <a:pt x="3472755" y="2663892"/>
                </a:lnTo>
                <a:lnTo>
                  <a:pt x="4043957" y="2420900"/>
                </a:lnTo>
                <a:lnTo>
                  <a:pt x="4166601" y="3257111"/>
                </a:lnTo>
                <a:lnTo>
                  <a:pt x="4502463" y="3231984"/>
                </a:lnTo>
                <a:lnTo>
                  <a:pt x="3923380" y="3501755"/>
                </a:lnTo>
                <a:lnTo>
                  <a:pt x="3732762" y="3346898"/>
                </a:lnTo>
                <a:lnTo>
                  <a:pt x="3713120" y="3708762"/>
                </a:lnTo>
                <a:lnTo>
                  <a:pt x="3184113" y="3427616"/>
                </a:lnTo>
                <a:lnTo>
                  <a:pt x="2430199" y="4355179"/>
                </a:lnTo>
                <a:lnTo>
                  <a:pt x="2351920" y="4090253"/>
                </a:lnTo>
                <a:close/>
                <a:moveTo>
                  <a:pt x="1117160" y="0"/>
                </a:moveTo>
                <a:lnTo>
                  <a:pt x="831274" y="666270"/>
                </a:lnTo>
                <a:lnTo>
                  <a:pt x="750507" y="70968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at_Minnesota"/>
          <p:cNvSpPr/>
          <p:nvPr/>
        </p:nvSpPr>
        <p:spPr>
          <a:xfrm>
            <a:off x="27702170" y="-541911"/>
            <a:ext cx="5704582" cy="13977180"/>
          </a:xfrm>
          <a:custGeom>
            <a:avLst/>
            <a:gdLst/>
            <a:ahLst/>
            <a:cxnLst/>
            <a:rect l="l" t="t" r="r" b="b"/>
            <a:pathLst>
              <a:path w="5704582" h="13977180">
                <a:moveTo>
                  <a:pt x="5027569" y="3882747"/>
                </a:moveTo>
                <a:lnTo>
                  <a:pt x="4024372" y="6043762"/>
                </a:lnTo>
                <a:lnTo>
                  <a:pt x="3963960" y="7294181"/>
                </a:lnTo>
                <a:lnTo>
                  <a:pt x="3522631" y="8153482"/>
                </a:lnTo>
                <a:lnTo>
                  <a:pt x="3622808" y="8696044"/>
                </a:lnTo>
                <a:lnTo>
                  <a:pt x="3348079" y="10168515"/>
                </a:lnTo>
                <a:lnTo>
                  <a:pt x="4153402" y="11304199"/>
                </a:lnTo>
                <a:lnTo>
                  <a:pt x="4187891" y="12184249"/>
                </a:lnTo>
                <a:lnTo>
                  <a:pt x="0" y="13977180"/>
                </a:lnTo>
                <a:lnTo>
                  <a:pt x="897244" y="9923952"/>
                </a:lnTo>
                <a:lnTo>
                  <a:pt x="727278" y="9290714"/>
                </a:lnTo>
                <a:lnTo>
                  <a:pt x="998335" y="8703181"/>
                </a:lnTo>
                <a:lnTo>
                  <a:pt x="1143122" y="7436293"/>
                </a:lnTo>
                <a:lnTo>
                  <a:pt x="828443" y="613717"/>
                </a:lnTo>
                <a:lnTo>
                  <a:pt x="2141435" y="892226"/>
                </a:lnTo>
                <a:lnTo>
                  <a:pt x="2064057" y="0"/>
                </a:lnTo>
                <a:lnTo>
                  <a:pt x="2191277" y="50648"/>
                </a:lnTo>
                <a:lnTo>
                  <a:pt x="2465213" y="1452089"/>
                </a:lnTo>
                <a:lnTo>
                  <a:pt x="3057224" y="2077799"/>
                </a:lnTo>
                <a:lnTo>
                  <a:pt x="3549470" y="1863601"/>
                </a:lnTo>
                <a:lnTo>
                  <a:pt x="3971202" y="2724397"/>
                </a:lnTo>
                <a:lnTo>
                  <a:pt x="4156546" y="2425892"/>
                </a:lnTo>
                <a:lnTo>
                  <a:pt x="4486575" y="3077773"/>
                </a:lnTo>
                <a:lnTo>
                  <a:pt x="4923755" y="2636977"/>
                </a:lnTo>
                <a:lnTo>
                  <a:pt x="4991410" y="2934364"/>
                </a:lnTo>
                <a:lnTo>
                  <a:pt x="5704582" y="3026763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aat_Mississippi"/>
          <p:cNvSpPr/>
          <p:nvPr/>
        </p:nvSpPr>
        <p:spPr>
          <a:xfrm>
            <a:off x="27239553" y="24125836"/>
            <a:ext cx="4896193" cy="6410417"/>
          </a:xfrm>
          <a:custGeom>
            <a:avLst/>
            <a:gdLst/>
            <a:ahLst/>
            <a:cxnLst/>
            <a:rect l="l" t="t" r="r" b="b"/>
            <a:pathLst>
              <a:path w="4896193" h="6410417">
                <a:moveTo>
                  <a:pt x="2649593" y="696076"/>
                </a:moveTo>
                <a:lnTo>
                  <a:pt x="4896193" y="0"/>
                </a:lnTo>
                <a:lnTo>
                  <a:pt x="3782262" y="3983407"/>
                </a:lnTo>
                <a:lnTo>
                  <a:pt x="3531617" y="5801615"/>
                </a:lnTo>
                <a:lnTo>
                  <a:pt x="3042409" y="5906172"/>
                </a:lnTo>
                <a:lnTo>
                  <a:pt x="2228668" y="6410417"/>
                </a:lnTo>
                <a:lnTo>
                  <a:pt x="1975400" y="5946915"/>
                </a:lnTo>
                <a:lnTo>
                  <a:pt x="2165017" y="5522829"/>
                </a:lnTo>
                <a:lnTo>
                  <a:pt x="0" y="6162168"/>
                </a:lnTo>
                <a:lnTo>
                  <a:pt x="337173" y="5351526"/>
                </a:lnTo>
                <a:lnTo>
                  <a:pt x="1087363" y="4480423"/>
                </a:lnTo>
                <a:lnTo>
                  <a:pt x="1016397" y="4023318"/>
                </a:lnTo>
                <a:lnTo>
                  <a:pt x="1361541" y="3004821"/>
                </a:lnTo>
                <a:lnTo>
                  <a:pt x="1207149" y="290213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at_Missouri"/>
          <p:cNvSpPr/>
          <p:nvPr/>
        </p:nvSpPr>
        <p:spPr>
          <a:xfrm>
            <a:off x="25736681" y="17043645"/>
            <a:ext cx="5949931" cy="7390896"/>
          </a:xfrm>
          <a:custGeom>
            <a:avLst/>
            <a:gdLst/>
            <a:ahLst/>
            <a:cxnLst/>
            <a:rect l="l" t="t" r="r" b="b"/>
            <a:pathLst>
              <a:path w="5949931" h="7390896">
                <a:moveTo>
                  <a:pt x="4663185" y="0"/>
                </a:moveTo>
                <a:lnTo>
                  <a:pt x="4949841" y="225346"/>
                </a:lnTo>
                <a:lnTo>
                  <a:pt x="4750509" y="1273319"/>
                </a:lnTo>
                <a:lnTo>
                  <a:pt x="5172870" y="1775743"/>
                </a:lnTo>
                <a:lnTo>
                  <a:pt x="5118621" y="2264181"/>
                </a:lnTo>
                <a:lnTo>
                  <a:pt x="5607420" y="2178247"/>
                </a:lnTo>
                <a:lnTo>
                  <a:pt x="5163681" y="3234068"/>
                </a:lnTo>
                <a:lnTo>
                  <a:pt x="5794689" y="3694307"/>
                </a:lnTo>
                <a:lnTo>
                  <a:pt x="5667666" y="4295175"/>
                </a:lnTo>
                <a:lnTo>
                  <a:pt x="5949931" y="4575103"/>
                </a:lnTo>
                <a:lnTo>
                  <a:pt x="5749983" y="5184354"/>
                </a:lnTo>
                <a:lnTo>
                  <a:pt x="5405966" y="5424283"/>
                </a:lnTo>
                <a:lnTo>
                  <a:pt x="5061545" y="6194453"/>
                </a:lnTo>
                <a:lnTo>
                  <a:pt x="4402061" y="6441981"/>
                </a:lnTo>
                <a:lnTo>
                  <a:pt x="4819133" y="5895521"/>
                </a:lnTo>
                <a:lnTo>
                  <a:pt x="4792066" y="5660071"/>
                </a:lnTo>
                <a:lnTo>
                  <a:pt x="0" y="7390896"/>
                </a:lnTo>
                <a:lnTo>
                  <a:pt x="1299993" y="3501785"/>
                </a:lnTo>
                <a:lnTo>
                  <a:pt x="975789" y="3106504"/>
                </a:lnTo>
                <a:lnTo>
                  <a:pt x="1367351" y="2539699"/>
                </a:lnTo>
                <a:lnTo>
                  <a:pt x="1073007" y="2553946"/>
                </a:lnTo>
                <a:lnTo>
                  <a:pt x="879708" y="166102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at_Montana"/>
          <p:cNvSpPr/>
          <p:nvPr/>
        </p:nvSpPr>
        <p:spPr>
          <a:xfrm>
            <a:off x="2346808" y="771734"/>
            <a:ext cx="7498080" cy="4765892"/>
          </a:xfrm>
          <a:custGeom>
            <a:avLst/>
            <a:gdLst/>
            <a:ahLst/>
            <a:cxnLst/>
            <a:rect l="l" t="t" r="r" b="b"/>
            <a:pathLst>
              <a:path w="7498080" h="4765892">
                <a:moveTo>
                  <a:pt x="7498080" y="1087082"/>
                </a:moveTo>
                <a:lnTo>
                  <a:pt x="7189438" y="4765892"/>
                </a:lnTo>
                <a:lnTo>
                  <a:pt x="2637358" y="4204984"/>
                </a:lnTo>
                <a:lnTo>
                  <a:pt x="2563932" y="4687623"/>
                </a:lnTo>
                <a:lnTo>
                  <a:pt x="2384666" y="4395891"/>
                </a:lnTo>
                <a:lnTo>
                  <a:pt x="2066398" y="4575179"/>
                </a:lnTo>
                <a:lnTo>
                  <a:pt x="1288226" y="4496279"/>
                </a:lnTo>
                <a:lnTo>
                  <a:pt x="1256708" y="4185533"/>
                </a:lnTo>
                <a:lnTo>
                  <a:pt x="1063823" y="4062158"/>
                </a:lnTo>
                <a:lnTo>
                  <a:pt x="965642" y="3346126"/>
                </a:lnTo>
                <a:lnTo>
                  <a:pt x="867688" y="3234501"/>
                </a:lnTo>
                <a:lnTo>
                  <a:pt x="604558" y="3416167"/>
                </a:lnTo>
                <a:lnTo>
                  <a:pt x="487037" y="3294805"/>
                </a:lnTo>
                <a:lnTo>
                  <a:pt x="822204" y="2338347"/>
                </a:lnTo>
                <a:lnTo>
                  <a:pt x="639407" y="2307530"/>
                </a:lnTo>
                <a:lnTo>
                  <a:pt x="96216" y="1459240"/>
                </a:lnTo>
                <a:lnTo>
                  <a:pt x="0" y="918526"/>
                </a:lnTo>
                <a:lnTo>
                  <a:pt x="196669" y="0"/>
                </a:lnTo>
                <a:lnTo>
                  <a:pt x="4192190" y="711549"/>
                </a:lnTo>
                <a:close/>
              </a:path>
            </a:pathLst>
          </a:custGeom>
          <a:solidFill>
            <a:srgbClr val="F28C28"/>
          </a:solidFill>
          <a:ln>
            <a:noFill/>
          </a:ln>
          <a:effectLst>
            <a:outerShdw blurRad="304800" dist="7620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at_Nebraska"/>
          <p:cNvSpPr/>
          <p:nvPr/>
        </p:nvSpPr>
        <p:spPr>
          <a:xfrm>
            <a:off x="15883884" y="15139330"/>
            <a:ext cx="11202854" cy="7558044"/>
          </a:xfrm>
          <a:custGeom>
            <a:avLst/>
            <a:gdLst/>
            <a:ahLst/>
            <a:cxnLst/>
            <a:rect l="l" t="t" r="r" b="b"/>
            <a:pathLst>
              <a:path w="11202854" h="7558044">
                <a:moveTo>
                  <a:pt x="2447650" y="3811331"/>
                </a:moveTo>
                <a:lnTo>
                  <a:pt x="9583717" y="287210"/>
                </a:lnTo>
                <a:lnTo>
                  <a:pt x="9954399" y="500630"/>
                </a:lnTo>
                <a:lnTo>
                  <a:pt x="10717574" y="0"/>
                </a:lnTo>
                <a:lnTo>
                  <a:pt x="11091272" y="143132"/>
                </a:lnTo>
                <a:lnTo>
                  <a:pt x="11202854" y="1229161"/>
                </a:lnTo>
                <a:lnTo>
                  <a:pt x="10691633" y="3390236"/>
                </a:lnTo>
                <a:lnTo>
                  <a:pt x="10874517" y="4348025"/>
                </a:lnTo>
                <a:lnTo>
                  <a:pt x="2391826" y="7558044"/>
                </a:lnTo>
                <a:lnTo>
                  <a:pt x="3316105" y="6040383"/>
                </a:lnTo>
                <a:lnTo>
                  <a:pt x="0" y="712563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at_Nevada"/>
          <p:cNvSpPr/>
          <p:nvPr/>
        </p:nvSpPr>
        <p:spPr>
          <a:xfrm>
            <a:off x="-14824571" y="12413779"/>
            <a:ext cx="9987210" cy="14418810"/>
          </a:xfrm>
          <a:custGeom>
            <a:avLst/>
            <a:gdLst/>
            <a:ahLst/>
            <a:cxnLst/>
            <a:rect l="l" t="t" r="r" b="b"/>
            <a:pathLst>
              <a:path w="9987210" h="14418810">
                <a:moveTo>
                  <a:pt x="0" y="0"/>
                </a:moveTo>
                <a:lnTo>
                  <a:pt x="7924174" y="6159075"/>
                </a:lnTo>
                <a:lnTo>
                  <a:pt x="9987210" y="13484221"/>
                </a:lnTo>
                <a:lnTo>
                  <a:pt x="9839588" y="13605376"/>
                </a:lnTo>
                <a:lnTo>
                  <a:pt x="8898266" y="13181696"/>
                </a:lnTo>
                <a:lnTo>
                  <a:pt x="9185656" y="14418810"/>
                </a:lnTo>
                <a:lnTo>
                  <a:pt x="884732" y="544716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aat_New Hampshire"/>
          <p:cNvSpPr/>
          <p:nvPr/>
        </p:nvSpPr>
        <p:spPr>
          <a:xfrm>
            <a:off x="45077614" y="3481384"/>
            <a:ext cx="1127202" cy="4060465"/>
          </a:xfrm>
          <a:custGeom>
            <a:avLst/>
            <a:gdLst/>
            <a:ahLst/>
            <a:cxnLst/>
            <a:rect l="l" t="t" r="r" b="b"/>
            <a:pathLst>
              <a:path w="1127202" h="4060465">
                <a:moveTo>
                  <a:pt x="391860" y="0"/>
                </a:moveTo>
                <a:lnTo>
                  <a:pt x="896034" y="2740421"/>
                </a:lnTo>
                <a:lnTo>
                  <a:pt x="1127202" y="3058838"/>
                </a:lnTo>
                <a:lnTo>
                  <a:pt x="804896" y="3747994"/>
                </a:lnTo>
                <a:lnTo>
                  <a:pt x="21027" y="4060465"/>
                </a:lnTo>
                <a:lnTo>
                  <a:pt x="0" y="1663936"/>
                </a:lnTo>
                <a:lnTo>
                  <a:pt x="265351" y="1147851"/>
                </a:lnTo>
                <a:lnTo>
                  <a:pt x="223405" y="122629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at_New Jersey"/>
          <p:cNvSpPr/>
          <p:nvPr/>
        </p:nvSpPr>
        <p:spPr>
          <a:xfrm>
            <a:off x="43281405" y="10195511"/>
            <a:ext cx="1071766" cy="3366825"/>
          </a:xfrm>
          <a:custGeom>
            <a:avLst/>
            <a:gdLst/>
            <a:ahLst/>
            <a:cxnLst/>
            <a:rect l="l" t="t" r="r" b="b"/>
            <a:pathLst>
              <a:path w="1071766" h="3366825">
                <a:moveTo>
                  <a:pt x="470080" y="0"/>
                </a:moveTo>
                <a:lnTo>
                  <a:pt x="1071766" y="256989"/>
                </a:lnTo>
                <a:lnTo>
                  <a:pt x="863582" y="1098816"/>
                </a:lnTo>
                <a:lnTo>
                  <a:pt x="1068399" y="1115127"/>
                </a:lnTo>
                <a:lnTo>
                  <a:pt x="1064756" y="2059962"/>
                </a:lnTo>
                <a:lnTo>
                  <a:pt x="617617" y="3366825"/>
                </a:lnTo>
                <a:lnTo>
                  <a:pt x="0" y="2745015"/>
                </a:lnTo>
                <a:lnTo>
                  <a:pt x="530922" y="1651651"/>
                </a:lnTo>
                <a:lnTo>
                  <a:pt x="193154" y="1279948"/>
                </a:lnTo>
                <a:lnTo>
                  <a:pt x="199790" y="697591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at_New Mexico"/>
          <p:cNvSpPr/>
          <p:nvPr/>
        </p:nvSpPr>
        <p:spPr>
          <a:xfrm>
            <a:off x="2985896" y="26795680"/>
            <a:ext cx="11651060" cy="5705911"/>
          </a:xfrm>
          <a:custGeom>
            <a:avLst/>
            <a:gdLst/>
            <a:ahLst/>
            <a:cxnLst/>
            <a:rect l="l" t="t" r="r" b="b"/>
            <a:pathLst>
              <a:path w="11651060" h="5705911">
                <a:moveTo>
                  <a:pt x="988630" y="347658"/>
                </a:moveTo>
                <a:lnTo>
                  <a:pt x="11651060" y="0"/>
                </a:lnTo>
                <a:lnTo>
                  <a:pt x="9407106" y="5186861"/>
                </a:lnTo>
                <a:lnTo>
                  <a:pt x="3942811" y="5260001"/>
                </a:lnTo>
                <a:lnTo>
                  <a:pt x="4029509" y="5464016"/>
                </a:lnTo>
                <a:lnTo>
                  <a:pt x="1390225" y="5288183"/>
                </a:lnTo>
                <a:lnTo>
                  <a:pt x="1307171" y="5705911"/>
                </a:lnTo>
                <a:lnTo>
                  <a:pt x="0" y="5563633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at_New York"/>
          <p:cNvSpPr/>
          <p:nvPr/>
        </p:nvSpPr>
        <p:spPr>
          <a:xfrm>
            <a:off x="40107203" y="4506772"/>
            <a:ext cx="5513313" cy="6597258"/>
          </a:xfrm>
          <a:custGeom>
            <a:avLst/>
            <a:gdLst/>
            <a:ahLst/>
            <a:cxnLst/>
            <a:rect l="l" t="t" r="r" b="b"/>
            <a:pathLst>
              <a:path w="5513313" h="6597258">
                <a:moveTo>
                  <a:pt x="3989547" y="0"/>
                </a:moveTo>
                <a:lnTo>
                  <a:pt x="4443172" y="3258825"/>
                </a:lnTo>
                <a:lnTo>
                  <a:pt x="4377990" y="4272165"/>
                </a:lnTo>
                <a:lnTo>
                  <a:pt x="4516299" y="5506441"/>
                </a:lnTo>
                <a:lnTo>
                  <a:pt x="4356988" y="5741416"/>
                </a:lnTo>
                <a:lnTo>
                  <a:pt x="4733295" y="5855228"/>
                </a:lnTo>
                <a:lnTo>
                  <a:pt x="5362506" y="5190206"/>
                </a:lnTo>
                <a:lnTo>
                  <a:pt x="5513313" y="5358867"/>
                </a:lnTo>
                <a:lnTo>
                  <a:pt x="4275155" y="6597258"/>
                </a:lnTo>
                <a:lnTo>
                  <a:pt x="4245968" y="5945728"/>
                </a:lnTo>
                <a:lnTo>
                  <a:pt x="3497171" y="5641781"/>
                </a:lnTo>
                <a:lnTo>
                  <a:pt x="3110531" y="4973053"/>
                </a:lnTo>
                <a:lnTo>
                  <a:pt x="6585" y="6311334"/>
                </a:lnTo>
                <a:lnTo>
                  <a:pt x="0" y="5900428"/>
                </a:lnTo>
                <a:lnTo>
                  <a:pt x="616332" y="4846867"/>
                </a:lnTo>
                <a:lnTo>
                  <a:pt x="436004" y="4176696"/>
                </a:lnTo>
                <a:lnTo>
                  <a:pt x="2047633" y="3387558"/>
                </a:lnTo>
                <a:lnTo>
                  <a:pt x="2335820" y="2979661"/>
                </a:lnTo>
                <a:lnTo>
                  <a:pt x="2346137" y="2305067"/>
                </a:lnTo>
                <a:lnTo>
                  <a:pt x="2198361" y="1998637"/>
                </a:lnTo>
                <a:lnTo>
                  <a:pt x="2772348" y="750504"/>
                </a:lnTo>
                <a:lnTo>
                  <a:pt x="3036349" y="38000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at_North Carolina"/>
          <p:cNvSpPr/>
          <p:nvPr/>
        </p:nvSpPr>
        <p:spPr>
          <a:xfrm>
            <a:off x="35811380" y="17286023"/>
            <a:ext cx="7539487" cy="5280176"/>
          </a:xfrm>
          <a:custGeom>
            <a:avLst/>
            <a:gdLst/>
            <a:ahLst/>
            <a:cxnLst/>
            <a:rect l="l" t="t" r="r" b="b"/>
            <a:pathLst>
              <a:path w="7539487" h="5280176">
                <a:moveTo>
                  <a:pt x="2566202" y="2102356"/>
                </a:moveTo>
                <a:lnTo>
                  <a:pt x="7387163" y="0"/>
                </a:lnTo>
                <a:lnTo>
                  <a:pt x="7493475" y="491511"/>
                </a:lnTo>
                <a:lnTo>
                  <a:pt x="6746572" y="1123687"/>
                </a:lnTo>
                <a:lnTo>
                  <a:pt x="7478135" y="785965"/>
                </a:lnTo>
                <a:lnTo>
                  <a:pt x="7539487" y="1080221"/>
                </a:lnTo>
                <a:lnTo>
                  <a:pt x="7192135" y="1736742"/>
                </a:lnTo>
                <a:lnTo>
                  <a:pt x="6914185" y="1879006"/>
                </a:lnTo>
                <a:lnTo>
                  <a:pt x="6870684" y="2123501"/>
                </a:lnTo>
                <a:lnTo>
                  <a:pt x="7089592" y="2290344"/>
                </a:lnTo>
                <a:lnTo>
                  <a:pt x="6913389" y="2737493"/>
                </a:lnTo>
                <a:lnTo>
                  <a:pt x="6303010" y="3085905"/>
                </a:lnTo>
                <a:lnTo>
                  <a:pt x="5764847" y="3902693"/>
                </a:lnTo>
                <a:lnTo>
                  <a:pt x="5634540" y="4369266"/>
                </a:lnTo>
                <a:lnTo>
                  <a:pt x="5132921" y="4582860"/>
                </a:lnTo>
                <a:lnTo>
                  <a:pt x="4175506" y="3770477"/>
                </a:lnTo>
                <a:lnTo>
                  <a:pt x="3185510" y="4175481"/>
                </a:lnTo>
                <a:lnTo>
                  <a:pt x="2993323" y="3830014"/>
                </a:lnTo>
                <a:lnTo>
                  <a:pt x="0" y="5280176"/>
                </a:lnTo>
                <a:lnTo>
                  <a:pt x="62932" y="4951745"/>
                </a:lnTo>
                <a:lnTo>
                  <a:pt x="592192" y="4301508"/>
                </a:lnTo>
                <a:lnTo>
                  <a:pt x="1323774" y="3717551"/>
                </a:lnTo>
                <a:lnTo>
                  <a:pt x="1675912" y="3185747"/>
                </a:lnTo>
                <a:lnTo>
                  <a:pt x="2211454" y="288564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taat_North Dakota"/>
          <p:cNvSpPr/>
          <p:nvPr/>
        </p:nvSpPr>
        <p:spPr>
          <a:xfrm>
            <a:off x="23050275" y="-2920746"/>
            <a:ext cx="5703672" cy="13355942"/>
          </a:xfrm>
          <a:custGeom>
            <a:avLst/>
            <a:gdLst/>
            <a:ahLst/>
            <a:cxnLst/>
            <a:rect l="l" t="t" r="r" b="b"/>
            <a:pathLst>
              <a:path w="5703672" h="13355942">
                <a:moveTo>
                  <a:pt x="5480338" y="2992552"/>
                </a:moveTo>
                <a:lnTo>
                  <a:pt x="5703672" y="10795771"/>
                </a:lnTo>
                <a:lnTo>
                  <a:pt x="0" y="13355942"/>
                </a:lnTo>
                <a:lnTo>
                  <a:pt x="622280" y="0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at_Ohio"/>
          <p:cNvSpPr/>
          <p:nvPr/>
        </p:nvSpPr>
        <p:spPr>
          <a:xfrm>
            <a:off x="36036838" y="11078910"/>
            <a:ext cx="3534897" cy="6109890"/>
          </a:xfrm>
          <a:custGeom>
            <a:avLst/>
            <a:gdLst/>
            <a:ahLst/>
            <a:cxnLst/>
            <a:rect l="l" t="t" r="r" b="b"/>
            <a:pathLst>
              <a:path w="3534897" h="6109890">
                <a:moveTo>
                  <a:pt x="3534897" y="0"/>
                </a:moveTo>
                <a:lnTo>
                  <a:pt x="3522834" y="2043011"/>
                </a:lnTo>
                <a:lnTo>
                  <a:pt x="3254499" y="3527142"/>
                </a:lnTo>
                <a:lnTo>
                  <a:pt x="2934747" y="4136718"/>
                </a:lnTo>
                <a:lnTo>
                  <a:pt x="2559876" y="4466173"/>
                </a:lnTo>
                <a:lnTo>
                  <a:pt x="2367905" y="5124867"/>
                </a:lnTo>
                <a:lnTo>
                  <a:pt x="2261486" y="4950964"/>
                </a:lnTo>
                <a:lnTo>
                  <a:pt x="1969833" y="5905316"/>
                </a:lnTo>
                <a:lnTo>
                  <a:pt x="1751577" y="6030506"/>
                </a:lnTo>
                <a:lnTo>
                  <a:pt x="1543864" y="5645225"/>
                </a:lnTo>
                <a:lnTo>
                  <a:pt x="878986" y="6109890"/>
                </a:lnTo>
                <a:lnTo>
                  <a:pt x="456721" y="6040201"/>
                </a:lnTo>
                <a:lnTo>
                  <a:pt x="317647" y="5674682"/>
                </a:lnTo>
                <a:lnTo>
                  <a:pt x="0" y="5809771"/>
                </a:lnTo>
                <a:lnTo>
                  <a:pt x="361615" y="1756332"/>
                </a:lnTo>
                <a:lnTo>
                  <a:pt x="1379450" y="1276548"/>
                </a:lnTo>
                <a:lnTo>
                  <a:pt x="2083617" y="1526438"/>
                </a:lnTo>
                <a:lnTo>
                  <a:pt x="2637178" y="113456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taat_Oklahoma"/>
          <p:cNvSpPr/>
          <p:nvPr/>
        </p:nvSpPr>
        <p:spPr>
          <a:xfrm>
            <a:off x="14362410" y="23744801"/>
            <a:ext cx="11604295" cy="5179450"/>
          </a:xfrm>
          <a:custGeom>
            <a:avLst/>
            <a:gdLst/>
            <a:ahLst/>
            <a:cxnLst/>
            <a:rect l="l" t="t" r="r" b="b"/>
            <a:pathLst>
              <a:path w="11604295" h="5179450">
                <a:moveTo>
                  <a:pt x="274546" y="3050879"/>
                </a:moveTo>
                <a:lnTo>
                  <a:pt x="11604295" y="0"/>
                </a:lnTo>
                <a:lnTo>
                  <a:pt x="10343386" y="4337530"/>
                </a:lnTo>
                <a:lnTo>
                  <a:pt x="9567239" y="4194706"/>
                </a:lnTo>
                <a:lnTo>
                  <a:pt x="8054378" y="4897448"/>
                </a:lnTo>
                <a:lnTo>
                  <a:pt x="7429717" y="4756598"/>
                </a:lnTo>
                <a:lnTo>
                  <a:pt x="7009671" y="5100800"/>
                </a:lnTo>
                <a:lnTo>
                  <a:pt x="6430476" y="4973092"/>
                </a:lnTo>
                <a:lnTo>
                  <a:pt x="6142450" y="5179450"/>
                </a:lnTo>
                <a:lnTo>
                  <a:pt x="5853226" y="4965172"/>
                </a:lnTo>
                <a:lnTo>
                  <a:pt x="4510634" y="5150262"/>
                </a:lnTo>
                <a:lnTo>
                  <a:pt x="4497854" y="4951970"/>
                </a:lnTo>
                <a:lnTo>
                  <a:pt x="3877157" y="5100160"/>
                </a:lnTo>
                <a:lnTo>
                  <a:pt x="3534432" y="4978962"/>
                </a:lnTo>
                <a:lnTo>
                  <a:pt x="4516805" y="2710943"/>
                </a:lnTo>
                <a:lnTo>
                  <a:pt x="0" y="3600333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taat_Oregon"/>
          <p:cNvSpPr/>
          <p:nvPr/>
        </p:nvSpPr>
        <p:spPr>
          <a:xfrm>
            <a:off x="-18633688" y="198072"/>
            <a:ext cx="7094336" cy="15033101"/>
          </a:xfrm>
          <a:custGeom>
            <a:avLst/>
            <a:gdLst/>
            <a:ahLst/>
            <a:cxnLst/>
            <a:rect l="l" t="t" r="r" b="b"/>
            <a:pathLst>
              <a:path w="7094336" h="15033101">
                <a:moveTo>
                  <a:pt x="1473059" y="0"/>
                </a:moveTo>
                <a:lnTo>
                  <a:pt x="1776028" y="674267"/>
                </a:lnTo>
                <a:lnTo>
                  <a:pt x="1703246" y="1768584"/>
                </a:lnTo>
                <a:lnTo>
                  <a:pt x="1983475" y="2271261"/>
                </a:lnTo>
                <a:lnTo>
                  <a:pt x="2301556" y="2067544"/>
                </a:lnTo>
                <a:lnTo>
                  <a:pt x="2656209" y="2632286"/>
                </a:lnTo>
                <a:lnTo>
                  <a:pt x="3294201" y="2783535"/>
                </a:lnTo>
                <a:lnTo>
                  <a:pt x="4123117" y="2588561"/>
                </a:lnTo>
                <a:lnTo>
                  <a:pt x="5432628" y="3796434"/>
                </a:lnTo>
                <a:lnTo>
                  <a:pt x="5685916" y="4963351"/>
                </a:lnTo>
                <a:lnTo>
                  <a:pt x="5534069" y="8864080"/>
                </a:lnTo>
                <a:lnTo>
                  <a:pt x="5973894" y="9910521"/>
                </a:lnTo>
                <a:lnTo>
                  <a:pt x="7094336" y="15033101"/>
                </a:lnTo>
                <a:lnTo>
                  <a:pt x="215410" y="9022927"/>
                </a:lnTo>
                <a:lnTo>
                  <a:pt x="0" y="7125866"/>
                </a:lnTo>
                <a:lnTo>
                  <a:pt x="375957" y="5318696"/>
                </a:lnTo>
                <a:lnTo>
                  <a:pt x="1067865" y="58285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taat_Pennsylvania"/>
          <p:cNvSpPr/>
          <p:nvPr/>
        </p:nvSpPr>
        <p:spPr>
          <a:xfrm>
            <a:off x="39533271" y="9479825"/>
            <a:ext cx="4251232" cy="5004754"/>
          </a:xfrm>
          <a:custGeom>
            <a:avLst/>
            <a:gdLst/>
            <a:ahLst/>
            <a:cxnLst/>
            <a:rect l="l" t="t" r="r" b="b"/>
            <a:pathLst>
              <a:path w="4251232" h="5004754">
                <a:moveTo>
                  <a:pt x="574379" y="952583"/>
                </a:moveTo>
                <a:lnTo>
                  <a:pt x="580517" y="1338281"/>
                </a:lnTo>
                <a:lnTo>
                  <a:pt x="3684463" y="0"/>
                </a:lnTo>
                <a:lnTo>
                  <a:pt x="4218214" y="715686"/>
                </a:lnTo>
                <a:lnTo>
                  <a:pt x="3923054" y="1835399"/>
                </a:lnTo>
                <a:lnTo>
                  <a:pt x="4251232" y="2507465"/>
                </a:lnTo>
                <a:lnTo>
                  <a:pt x="3575471" y="3405942"/>
                </a:lnTo>
                <a:lnTo>
                  <a:pt x="0" y="5004754"/>
                </a:lnTo>
                <a:lnTo>
                  <a:pt x="38464" y="1599085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taat_Rhode Island"/>
          <p:cNvSpPr/>
          <p:nvPr/>
        </p:nvSpPr>
        <p:spPr>
          <a:xfrm>
            <a:off x="45666197" y="8253640"/>
            <a:ext cx="551858" cy="1075703"/>
          </a:xfrm>
          <a:custGeom>
            <a:avLst/>
            <a:gdLst/>
            <a:ahLst/>
            <a:cxnLst/>
            <a:rect l="l" t="t" r="r" b="b"/>
            <a:pathLst>
              <a:path w="551858" h="1075703">
                <a:moveTo>
                  <a:pt x="467830" y="364277"/>
                </a:moveTo>
                <a:lnTo>
                  <a:pt x="551858" y="589375"/>
                </a:lnTo>
                <a:lnTo>
                  <a:pt x="420124" y="684561"/>
                </a:lnTo>
                <a:close/>
                <a:moveTo>
                  <a:pt x="180723" y="0"/>
                </a:moveTo>
                <a:lnTo>
                  <a:pt x="443359" y="327640"/>
                </a:lnTo>
                <a:lnTo>
                  <a:pt x="324401" y="882827"/>
                </a:lnTo>
                <a:lnTo>
                  <a:pt x="71153" y="1075703"/>
                </a:lnTo>
                <a:lnTo>
                  <a:pt x="0" y="101204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taat_South Carolina"/>
          <p:cNvSpPr/>
          <p:nvPr/>
        </p:nvSpPr>
        <p:spPr>
          <a:xfrm>
            <a:off x="36677507" y="21056500"/>
            <a:ext cx="4266794" cy="4038606"/>
          </a:xfrm>
          <a:custGeom>
            <a:avLst/>
            <a:gdLst/>
            <a:ahLst/>
            <a:cxnLst/>
            <a:rect l="l" t="t" r="r" b="b"/>
            <a:pathLst>
              <a:path w="4266794" h="4038606">
                <a:moveTo>
                  <a:pt x="253999" y="1038000"/>
                </a:moveTo>
                <a:lnTo>
                  <a:pt x="1032926" y="458459"/>
                </a:lnTo>
                <a:lnTo>
                  <a:pt x="2127196" y="59537"/>
                </a:lnTo>
                <a:lnTo>
                  <a:pt x="2319383" y="405004"/>
                </a:lnTo>
                <a:lnTo>
                  <a:pt x="3309379" y="0"/>
                </a:lnTo>
                <a:lnTo>
                  <a:pt x="4266794" y="812383"/>
                </a:lnTo>
                <a:lnTo>
                  <a:pt x="3908893" y="1241016"/>
                </a:lnTo>
                <a:lnTo>
                  <a:pt x="3500835" y="2212760"/>
                </a:lnTo>
                <a:lnTo>
                  <a:pt x="3296163" y="2299888"/>
                </a:lnTo>
                <a:lnTo>
                  <a:pt x="2019007" y="4038606"/>
                </a:lnTo>
                <a:lnTo>
                  <a:pt x="1807675" y="4017394"/>
                </a:lnTo>
                <a:lnTo>
                  <a:pt x="1528806" y="3037221"/>
                </a:lnTo>
                <a:lnTo>
                  <a:pt x="634065" y="2230464"/>
                </a:lnTo>
                <a:lnTo>
                  <a:pt x="379572" y="1646785"/>
                </a:lnTo>
                <a:lnTo>
                  <a:pt x="0" y="1550361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taat_South Dakota"/>
          <p:cNvSpPr/>
          <p:nvPr/>
        </p:nvSpPr>
        <p:spPr>
          <a:xfrm>
            <a:off x="18331534" y="7875025"/>
            <a:ext cx="10422413" cy="11075636"/>
          </a:xfrm>
          <a:custGeom>
            <a:avLst/>
            <a:gdLst/>
            <a:ahLst/>
            <a:cxnLst/>
            <a:rect l="l" t="t" r="r" b="b"/>
            <a:pathLst>
              <a:path w="10422413" h="11075636">
                <a:moveTo>
                  <a:pt x="4718741" y="2560171"/>
                </a:moveTo>
                <a:lnTo>
                  <a:pt x="10422413" y="0"/>
                </a:lnTo>
                <a:lnTo>
                  <a:pt x="10097914" y="873778"/>
                </a:lnTo>
                <a:lnTo>
                  <a:pt x="10267880" y="1507016"/>
                </a:lnTo>
                <a:lnTo>
                  <a:pt x="9244294" y="5659980"/>
                </a:lnTo>
                <a:lnTo>
                  <a:pt x="9164266" y="6346945"/>
                </a:lnTo>
                <a:lnTo>
                  <a:pt x="8730861" y="7281768"/>
                </a:lnTo>
                <a:lnTo>
                  <a:pt x="8768644" y="7637168"/>
                </a:lnTo>
                <a:lnTo>
                  <a:pt x="8269924" y="7264305"/>
                </a:lnTo>
                <a:lnTo>
                  <a:pt x="7506749" y="7764935"/>
                </a:lnTo>
                <a:lnTo>
                  <a:pt x="7136067" y="7551515"/>
                </a:lnTo>
                <a:lnTo>
                  <a:pt x="0" y="11075636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taat_Tennessee"/>
          <p:cNvSpPr/>
          <p:nvPr/>
        </p:nvSpPr>
        <p:spPr>
          <a:xfrm>
            <a:off x="29889146" y="19388379"/>
            <a:ext cx="8488436" cy="5433533"/>
          </a:xfrm>
          <a:custGeom>
            <a:avLst/>
            <a:gdLst/>
            <a:ahLst/>
            <a:cxnLst/>
            <a:rect l="l" t="t" r="r" b="b"/>
            <a:pathLst>
              <a:path w="8488436" h="5433533">
                <a:moveTo>
                  <a:pt x="2702902" y="2512998"/>
                </a:moveTo>
                <a:lnTo>
                  <a:pt x="2734475" y="2263304"/>
                </a:lnTo>
                <a:lnTo>
                  <a:pt x="8488436" y="0"/>
                </a:lnTo>
                <a:lnTo>
                  <a:pt x="8133688" y="783289"/>
                </a:lnTo>
                <a:lnTo>
                  <a:pt x="7598146" y="1083391"/>
                </a:lnTo>
                <a:lnTo>
                  <a:pt x="7246008" y="1615195"/>
                </a:lnTo>
                <a:lnTo>
                  <a:pt x="6514426" y="2199152"/>
                </a:lnTo>
                <a:lnTo>
                  <a:pt x="5985166" y="2849389"/>
                </a:lnTo>
                <a:lnTo>
                  <a:pt x="5922234" y="3177820"/>
                </a:lnTo>
                <a:lnTo>
                  <a:pt x="0" y="5433533"/>
                </a:lnTo>
                <a:lnTo>
                  <a:pt x="1253501" y="3079549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taat_Texas"/>
          <p:cNvSpPr/>
          <p:nvPr/>
        </p:nvSpPr>
        <p:spPr>
          <a:xfrm>
            <a:off x="6862478" y="26455744"/>
            <a:ext cx="18343895" cy="10832602"/>
          </a:xfrm>
          <a:custGeom>
            <a:avLst/>
            <a:gdLst/>
            <a:ahLst/>
            <a:cxnLst/>
            <a:rect l="l" t="t" r="r" b="b"/>
            <a:pathLst>
              <a:path w="18343895" h="10832602">
                <a:moveTo>
                  <a:pt x="7438726" y="898534"/>
                </a:moveTo>
                <a:lnTo>
                  <a:pt x="12016737" y="0"/>
                </a:lnTo>
                <a:lnTo>
                  <a:pt x="11034364" y="2268019"/>
                </a:lnTo>
                <a:lnTo>
                  <a:pt x="11377089" y="2389217"/>
                </a:lnTo>
                <a:lnTo>
                  <a:pt x="11997786" y="2241027"/>
                </a:lnTo>
                <a:lnTo>
                  <a:pt x="12010566" y="2439319"/>
                </a:lnTo>
                <a:lnTo>
                  <a:pt x="13353158" y="2254229"/>
                </a:lnTo>
                <a:lnTo>
                  <a:pt x="13642382" y="2468507"/>
                </a:lnTo>
                <a:lnTo>
                  <a:pt x="13930408" y="2262149"/>
                </a:lnTo>
                <a:lnTo>
                  <a:pt x="14509603" y="2389857"/>
                </a:lnTo>
                <a:lnTo>
                  <a:pt x="14929649" y="2045655"/>
                </a:lnTo>
                <a:lnTo>
                  <a:pt x="15554310" y="2186505"/>
                </a:lnTo>
                <a:lnTo>
                  <a:pt x="17067171" y="1483763"/>
                </a:lnTo>
                <a:lnTo>
                  <a:pt x="17934295" y="1704833"/>
                </a:lnTo>
                <a:lnTo>
                  <a:pt x="18343895" y="1581649"/>
                </a:lnTo>
                <a:lnTo>
                  <a:pt x="17807535" y="3445006"/>
                </a:lnTo>
                <a:lnTo>
                  <a:pt x="18106226" y="4507498"/>
                </a:lnTo>
                <a:lnTo>
                  <a:pt x="17367116" y="6008257"/>
                </a:lnTo>
                <a:lnTo>
                  <a:pt x="16472949" y="6357968"/>
                </a:lnTo>
                <a:lnTo>
                  <a:pt x="16264547" y="6153875"/>
                </a:lnTo>
                <a:lnTo>
                  <a:pt x="15852892" y="6479785"/>
                </a:lnTo>
                <a:lnTo>
                  <a:pt x="15937333" y="6715591"/>
                </a:lnTo>
                <a:lnTo>
                  <a:pt x="15194231" y="7319363"/>
                </a:lnTo>
                <a:lnTo>
                  <a:pt x="14345271" y="7745260"/>
                </a:lnTo>
                <a:lnTo>
                  <a:pt x="13482279" y="7803655"/>
                </a:lnTo>
                <a:lnTo>
                  <a:pt x="13758207" y="8013901"/>
                </a:lnTo>
                <a:lnTo>
                  <a:pt x="13259814" y="8130635"/>
                </a:lnTo>
                <a:lnTo>
                  <a:pt x="12008528" y="9353221"/>
                </a:lnTo>
                <a:lnTo>
                  <a:pt x="11816122" y="9887145"/>
                </a:lnTo>
                <a:lnTo>
                  <a:pt x="12081325" y="10676285"/>
                </a:lnTo>
                <a:lnTo>
                  <a:pt x="11648078" y="10832602"/>
                </a:lnTo>
                <a:lnTo>
                  <a:pt x="9563322" y="10440037"/>
                </a:lnTo>
                <a:lnTo>
                  <a:pt x="9368758" y="9554996"/>
                </a:lnTo>
                <a:lnTo>
                  <a:pt x="8440846" y="8875580"/>
                </a:lnTo>
                <a:lnTo>
                  <a:pt x="8131556" y="8112786"/>
                </a:lnTo>
                <a:lnTo>
                  <a:pt x="7265169" y="7560304"/>
                </a:lnTo>
                <a:lnTo>
                  <a:pt x="5963560" y="7543237"/>
                </a:lnTo>
                <a:lnTo>
                  <a:pt x="4357750" y="8458237"/>
                </a:lnTo>
                <a:lnTo>
                  <a:pt x="2712629" y="7865792"/>
                </a:lnTo>
                <a:lnTo>
                  <a:pt x="2361138" y="6989990"/>
                </a:lnTo>
                <a:lnTo>
                  <a:pt x="0" y="5689717"/>
                </a:lnTo>
                <a:lnTo>
                  <a:pt x="5530524" y="552679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taat_Utah"/>
          <p:cNvSpPr/>
          <p:nvPr/>
        </p:nvSpPr>
        <p:spPr>
          <a:xfrm>
            <a:off x="-6900397" y="18572854"/>
            <a:ext cx="11840754" cy="8570484"/>
          </a:xfrm>
          <a:custGeom>
            <a:avLst/>
            <a:gdLst/>
            <a:ahLst/>
            <a:cxnLst/>
            <a:rect l="l" t="t" r="r" b="b"/>
            <a:pathLst>
              <a:path w="11840754" h="8570484">
                <a:moveTo>
                  <a:pt x="0" y="0"/>
                </a:moveTo>
                <a:lnTo>
                  <a:pt x="6762734" y="3023299"/>
                </a:lnTo>
                <a:lnTo>
                  <a:pt x="6992616" y="4069469"/>
                </a:lnTo>
                <a:lnTo>
                  <a:pt x="11840754" y="4898520"/>
                </a:lnTo>
                <a:lnTo>
                  <a:pt x="10874923" y="8570484"/>
                </a:lnTo>
                <a:lnTo>
                  <a:pt x="1949676" y="6459588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taat_Vermont"/>
          <p:cNvSpPr/>
          <p:nvPr/>
        </p:nvSpPr>
        <p:spPr>
          <a:xfrm>
            <a:off x="44096750" y="4010491"/>
            <a:ext cx="1246215" cy="3755106"/>
          </a:xfrm>
          <a:custGeom>
            <a:avLst/>
            <a:gdLst/>
            <a:ahLst/>
            <a:cxnLst/>
            <a:rect l="l" t="t" r="r" b="b"/>
            <a:pathLst>
              <a:path w="1246215" h="3755106">
                <a:moveTo>
                  <a:pt x="1172876" y="0"/>
                </a:moveTo>
                <a:lnTo>
                  <a:pt x="1246215" y="618744"/>
                </a:lnTo>
                <a:lnTo>
                  <a:pt x="980864" y="1134829"/>
                </a:lnTo>
                <a:lnTo>
                  <a:pt x="902483" y="2307299"/>
                </a:lnTo>
                <a:lnTo>
                  <a:pt x="1001891" y="3531358"/>
                </a:lnTo>
                <a:lnTo>
                  <a:pt x="453625" y="3755106"/>
                </a:lnTo>
                <a:lnTo>
                  <a:pt x="0" y="496281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taat_Virginia"/>
          <p:cNvSpPr/>
          <p:nvPr/>
        </p:nvSpPr>
        <p:spPr>
          <a:xfrm>
            <a:off x="36642360" y="14085111"/>
            <a:ext cx="6980354" cy="6026215"/>
          </a:xfrm>
          <a:custGeom>
            <a:avLst/>
            <a:gdLst/>
            <a:ahLst/>
            <a:cxnLst/>
            <a:rect l="l" t="t" r="r" b="b"/>
            <a:pathLst>
              <a:path w="6980354" h="6026215">
                <a:moveTo>
                  <a:pt x="6654380" y="1224824"/>
                </a:moveTo>
                <a:lnTo>
                  <a:pt x="6980354" y="965448"/>
                </a:lnTo>
                <a:lnTo>
                  <a:pt x="6453286" y="2470871"/>
                </a:lnTo>
                <a:lnTo>
                  <a:pt x="6462417" y="1854793"/>
                </a:lnTo>
                <a:close/>
                <a:moveTo>
                  <a:pt x="6386598" y="1349312"/>
                </a:moveTo>
                <a:lnTo>
                  <a:pt x="6403625" y="1341413"/>
                </a:lnTo>
                <a:lnTo>
                  <a:pt x="6365309" y="1359184"/>
                </a:lnTo>
                <a:close/>
                <a:moveTo>
                  <a:pt x="4551255" y="40184"/>
                </a:moveTo>
                <a:lnTo>
                  <a:pt x="4953186" y="340375"/>
                </a:lnTo>
                <a:lnTo>
                  <a:pt x="5150099" y="0"/>
                </a:lnTo>
                <a:lnTo>
                  <a:pt x="5502653" y="373162"/>
                </a:lnTo>
                <a:lnTo>
                  <a:pt x="5390439" y="1262225"/>
                </a:lnTo>
                <a:lnTo>
                  <a:pt x="5598242" y="1121075"/>
                </a:lnTo>
                <a:lnTo>
                  <a:pt x="6218589" y="1518810"/>
                </a:lnTo>
                <a:lnTo>
                  <a:pt x="6214986" y="2633971"/>
                </a:lnTo>
                <a:lnTo>
                  <a:pt x="6108968" y="2848091"/>
                </a:lnTo>
                <a:lnTo>
                  <a:pt x="5900528" y="2801600"/>
                </a:lnTo>
                <a:lnTo>
                  <a:pt x="6047845" y="2891289"/>
                </a:lnTo>
                <a:lnTo>
                  <a:pt x="6442711" y="2746011"/>
                </a:lnTo>
                <a:lnTo>
                  <a:pt x="6556183" y="3200912"/>
                </a:lnTo>
                <a:lnTo>
                  <a:pt x="0" y="6026215"/>
                </a:lnTo>
                <a:lnTo>
                  <a:pt x="490710" y="5627644"/>
                </a:lnTo>
                <a:lnTo>
                  <a:pt x="1577620" y="4078002"/>
                </a:lnTo>
                <a:lnTo>
                  <a:pt x="1791212" y="4445247"/>
                </a:lnTo>
                <a:lnTo>
                  <a:pt x="2963103" y="3511723"/>
                </a:lnTo>
                <a:lnTo>
                  <a:pt x="3534769" y="1739972"/>
                </a:lnTo>
                <a:lnTo>
                  <a:pt x="3794602" y="1880429"/>
                </a:lnTo>
                <a:lnTo>
                  <a:pt x="4052264" y="1143661"/>
                </a:lnTo>
                <a:lnTo>
                  <a:pt x="4149668" y="1225058"/>
                </a:lnTo>
                <a:lnTo>
                  <a:pt x="4511525" y="483857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taat_Washington"/>
          <p:cNvSpPr/>
          <p:nvPr/>
        </p:nvSpPr>
        <p:spPr>
          <a:xfrm>
            <a:off x="-17438419" y="-6943328"/>
            <a:ext cx="6878466" cy="10937834"/>
          </a:xfrm>
          <a:custGeom>
            <a:avLst/>
            <a:gdLst/>
            <a:ahLst/>
            <a:cxnLst/>
            <a:rect l="l" t="t" r="r" b="b"/>
            <a:pathLst>
              <a:path w="6878466" h="10937834">
                <a:moveTo>
                  <a:pt x="6878466" y="0"/>
                </a:moveTo>
                <a:lnTo>
                  <a:pt x="4237359" y="10937834"/>
                </a:lnTo>
                <a:lnTo>
                  <a:pt x="2927848" y="9729961"/>
                </a:lnTo>
                <a:lnTo>
                  <a:pt x="2098932" y="9924935"/>
                </a:lnTo>
                <a:lnTo>
                  <a:pt x="1460940" y="9773686"/>
                </a:lnTo>
                <a:lnTo>
                  <a:pt x="1106287" y="9208944"/>
                </a:lnTo>
                <a:lnTo>
                  <a:pt x="788206" y="9412661"/>
                </a:lnTo>
                <a:lnTo>
                  <a:pt x="507977" y="8909984"/>
                </a:lnTo>
                <a:lnTo>
                  <a:pt x="497563" y="7480835"/>
                </a:lnTo>
                <a:lnTo>
                  <a:pt x="0" y="6804108"/>
                </a:lnTo>
                <a:lnTo>
                  <a:pt x="201582" y="6373094"/>
                </a:lnTo>
                <a:lnTo>
                  <a:pt x="585092" y="3066189"/>
                </a:lnTo>
                <a:lnTo>
                  <a:pt x="959211" y="1967638"/>
                </a:lnTo>
                <a:lnTo>
                  <a:pt x="1167360" y="2552908"/>
                </a:lnTo>
                <a:lnTo>
                  <a:pt x="1830905" y="2902662"/>
                </a:lnTo>
                <a:lnTo>
                  <a:pt x="1851549" y="3440877"/>
                </a:lnTo>
                <a:lnTo>
                  <a:pt x="1516430" y="4870828"/>
                </a:lnTo>
                <a:lnTo>
                  <a:pt x="2138405" y="3111904"/>
                </a:lnTo>
                <a:lnTo>
                  <a:pt x="2628099" y="721315"/>
                </a:lnTo>
                <a:close/>
                <a:moveTo>
                  <a:pt x="1962375" y="2561217"/>
                </a:moveTo>
                <a:lnTo>
                  <a:pt x="2176408" y="2274713"/>
                </a:lnTo>
                <a:lnTo>
                  <a:pt x="1999899" y="2766770"/>
                </a:lnTo>
                <a:close/>
                <a:moveTo>
                  <a:pt x="1977655" y="1980713"/>
                </a:moveTo>
                <a:lnTo>
                  <a:pt x="2273402" y="1382447"/>
                </a:lnTo>
                <a:lnTo>
                  <a:pt x="2089985" y="2094394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taat_West Virginia"/>
          <p:cNvSpPr/>
          <p:nvPr/>
        </p:nvSpPr>
        <p:spPr>
          <a:xfrm>
            <a:off x="37788415" y="13121921"/>
            <a:ext cx="3887042" cy="5408437"/>
          </a:xfrm>
          <a:custGeom>
            <a:avLst/>
            <a:gdLst/>
            <a:ahLst/>
            <a:cxnLst/>
            <a:rect l="l" t="t" r="r" b="b"/>
            <a:pathLst>
              <a:path w="3887042" h="5408437">
                <a:moveTo>
                  <a:pt x="1771257" y="0"/>
                </a:moveTo>
                <a:lnTo>
                  <a:pt x="1744856" y="1362658"/>
                </a:lnTo>
                <a:lnTo>
                  <a:pt x="2544307" y="1012041"/>
                </a:lnTo>
                <a:lnTo>
                  <a:pt x="2528021" y="1764773"/>
                </a:lnTo>
                <a:lnTo>
                  <a:pt x="2835631" y="1249047"/>
                </a:lnTo>
                <a:lnTo>
                  <a:pt x="3312949" y="973318"/>
                </a:lnTo>
                <a:lnTo>
                  <a:pt x="3535160" y="612201"/>
                </a:lnTo>
                <a:lnTo>
                  <a:pt x="3793642" y="631366"/>
                </a:lnTo>
                <a:lnTo>
                  <a:pt x="3887042" y="992355"/>
                </a:lnTo>
                <a:lnTo>
                  <a:pt x="3807131" y="1303565"/>
                </a:lnTo>
                <a:lnTo>
                  <a:pt x="3405200" y="1003374"/>
                </a:lnTo>
                <a:lnTo>
                  <a:pt x="3365470" y="1447047"/>
                </a:lnTo>
                <a:lnTo>
                  <a:pt x="3003613" y="2188248"/>
                </a:lnTo>
                <a:lnTo>
                  <a:pt x="2906209" y="2106851"/>
                </a:lnTo>
                <a:lnTo>
                  <a:pt x="2648547" y="2843619"/>
                </a:lnTo>
                <a:lnTo>
                  <a:pt x="2388714" y="2703162"/>
                </a:lnTo>
                <a:lnTo>
                  <a:pt x="1817048" y="4474913"/>
                </a:lnTo>
                <a:lnTo>
                  <a:pt x="645157" y="5408437"/>
                </a:lnTo>
                <a:lnTo>
                  <a:pt x="26047" y="4668700"/>
                </a:lnTo>
                <a:lnTo>
                  <a:pt x="0" y="3987495"/>
                </a:lnTo>
                <a:lnTo>
                  <a:pt x="218256" y="3862305"/>
                </a:lnTo>
                <a:lnTo>
                  <a:pt x="509909" y="2907953"/>
                </a:lnTo>
                <a:lnTo>
                  <a:pt x="616328" y="3081856"/>
                </a:lnTo>
                <a:lnTo>
                  <a:pt x="808299" y="2423162"/>
                </a:lnTo>
                <a:lnTo>
                  <a:pt x="1183170" y="2093707"/>
                </a:lnTo>
                <a:lnTo>
                  <a:pt x="1502922" y="1484131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taat_Wisconsin"/>
          <p:cNvSpPr/>
          <p:nvPr/>
        </p:nvSpPr>
        <p:spPr>
          <a:xfrm>
            <a:off x="31050249" y="4713012"/>
            <a:ext cx="4060897" cy="8580215"/>
          </a:xfrm>
          <a:custGeom>
            <a:avLst/>
            <a:gdLst/>
            <a:ahLst/>
            <a:cxnLst/>
            <a:rect l="l" t="t" r="r" b="b"/>
            <a:pathLst>
              <a:path w="4060897" h="8580215">
                <a:moveTo>
                  <a:pt x="1589735" y="419022"/>
                </a:moveTo>
                <a:lnTo>
                  <a:pt x="2069227" y="1142853"/>
                </a:lnTo>
                <a:lnTo>
                  <a:pt x="3372946" y="1597869"/>
                </a:lnTo>
                <a:lnTo>
                  <a:pt x="3578215" y="1996032"/>
                </a:lnTo>
                <a:lnTo>
                  <a:pt x="3494469" y="2595008"/>
                </a:lnTo>
                <a:lnTo>
                  <a:pt x="3651228" y="2586339"/>
                </a:lnTo>
                <a:lnTo>
                  <a:pt x="3677738" y="3025386"/>
                </a:lnTo>
                <a:lnTo>
                  <a:pt x="3322514" y="4100632"/>
                </a:lnTo>
                <a:lnTo>
                  <a:pt x="4060897" y="2675432"/>
                </a:lnTo>
                <a:lnTo>
                  <a:pt x="3243597" y="6427001"/>
                </a:lnTo>
                <a:lnTo>
                  <a:pt x="3196991" y="7712429"/>
                </a:lnTo>
                <a:lnTo>
                  <a:pt x="1006761" y="8580215"/>
                </a:lnTo>
                <a:lnTo>
                  <a:pt x="740313" y="8281669"/>
                </a:lnTo>
                <a:lnTo>
                  <a:pt x="893334" y="7344735"/>
                </a:lnTo>
                <a:lnTo>
                  <a:pt x="805323" y="6049276"/>
                </a:lnTo>
                <a:lnTo>
                  <a:pt x="0" y="4913592"/>
                </a:lnTo>
                <a:lnTo>
                  <a:pt x="274729" y="3441121"/>
                </a:lnTo>
                <a:lnTo>
                  <a:pt x="174552" y="2898559"/>
                </a:lnTo>
                <a:lnTo>
                  <a:pt x="615881" y="2039258"/>
                </a:lnTo>
                <a:lnTo>
                  <a:pt x="676293" y="788839"/>
                </a:lnTo>
                <a:lnTo>
                  <a:pt x="1626296" y="0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taat_Wyoming"/>
          <p:cNvSpPr/>
          <p:nvPr/>
        </p:nvSpPr>
        <p:spPr>
          <a:xfrm>
            <a:off x="-2635942" y="13882570"/>
            <a:ext cx="24177934" cy="8759753"/>
          </a:xfrm>
          <a:custGeom>
            <a:avLst/>
            <a:gdLst/>
            <a:ahLst/>
            <a:cxnLst/>
            <a:rect l="l" t="t" r="r" b="b"/>
            <a:pathLst>
              <a:path w="24177934" h="8759753">
                <a:moveTo>
                  <a:pt x="0" y="3583446"/>
                </a:moveTo>
                <a:lnTo>
                  <a:pt x="24177934" y="0"/>
                </a:lnTo>
                <a:lnTo>
                  <a:pt x="18519826" y="8382395"/>
                </a:lnTo>
                <a:lnTo>
                  <a:pt x="2728161" y="8759753"/>
                </a:lnTo>
                <a:close/>
              </a:path>
            </a:pathLst>
          </a:cu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Seg0000"/>
          <p:cNvSpPr/>
          <p:nvPr/>
        </p:nvSpPr>
        <p:spPr>
          <a:xfrm rot="20349862">
            <a:off x="31968882" y="23529609"/>
            <a:ext cx="27155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Seg0001"/>
          <p:cNvSpPr/>
          <p:nvPr/>
        </p:nvSpPr>
        <p:spPr>
          <a:xfrm rot="16164164">
            <a:off x="33296066" y="24359889"/>
            <a:ext cx="26266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Seg0002"/>
          <p:cNvSpPr/>
          <p:nvPr/>
        </p:nvSpPr>
        <p:spPr>
          <a:xfrm rot="15180353">
            <a:off x="34384320" y="25995726"/>
            <a:ext cx="6746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eg0003"/>
          <p:cNvSpPr/>
          <p:nvPr/>
        </p:nvSpPr>
        <p:spPr>
          <a:xfrm rot="17844006">
            <a:off x="34308524" y="26629462"/>
            <a:ext cx="7008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Seg0004"/>
          <p:cNvSpPr/>
          <p:nvPr/>
        </p:nvSpPr>
        <p:spPr>
          <a:xfrm rot="5372384">
            <a:off x="34010305" y="27431914"/>
            <a:ext cx="98267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Seg0005"/>
          <p:cNvSpPr/>
          <p:nvPr/>
        </p:nvSpPr>
        <p:spPr>
          <a:xfrm rot="20445559">
            <a:off x="31687048" y="28400984"/>
            <a:ext cx="28995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Seg0006"/>
          <p:cNvSpPr/>
          <p:nvPr/>
        </p:nvSpPr>
        <p:spPr>
          <a:xfrm rot="15432787">
            <a:off x="31527555" y="29179898"/>
            <a:ext cx="6176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Seg0007"/>
          <p:cNvSpPr/>
          <p:nvPr/>
        </p:nvSpPr>
        <p:spPr>
          <a:xfrm rot="8247763">
            <a:off x="31498156" y="29639322"/>
            <a:ext cx="4681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Seg0008"/>
          <p:cNvSpPr/>
          <p:nvPr/>
        </p:nvSpPr>
        <p:spPr>
          <a:xfrm rot="13966185">
            <a:off x="31160050" y="29599296"/>
            <a:ext cx="49807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Seg0009"/>
          <p:cNvSpPr/>
          <p:nvPr/>
        </p:nvSpPr>
        <p:spPr>
          <a:xfrm rot="6832637">
            <a:off x="30888251" y="29641961"/>
            <a:ext cx="5270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Seg0010"/>
          <p:cNvSpPr/>
          <p:nvPr/>
        </p:nvSpPr>
        <p:spPr>
          <a:xfrm rot="10403476">
            <a:off x="30770253" y="29898781"/>
            <a:ext cx="2757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Seg0011"/>
          <p:cNvSpPr/>
          <p:nvPr/>
        </p:nvSpPr>
        <p:spPr>
          <a:xfrm rot="5870936">
            <a:off x="29978791" y="29005545"/>
            <a:ext cx="18354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Seg0012"/>
          <p:cNvSpPr/>
          <p:nvPr/>
        </p:nvSpPr>
        <p:spPr>
          <a:xfrm rot="17053962">
            <a:off x="29433143" y="26054501"/>
            <a:ext cx="42132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Seg0013"/>
          <p:cNvSpPr/>
          <p:nvPr/>
        </p:nvSpPr>
        <p:spPr>
          <a:xfrm rot="16843948">
            <a:off x="825791" y="29738523"/>
            <a:ext cx="530883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Seg0014"/>
          <p:cNvSpPr/>
          <p:nvPr/>
        </p:nvSpPr>
        <p:spPr>
          <a:xfrm rot="11329724">
            <a:off x="-178375" y="32102235"/>
            <a:ext cx="318312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Seg0015"/>
          <p:cNvSpPr/>
          <p:nvPr/>
        </p:nvSpPr>
        <p:spPr>
          <a:xfrm rot="12266507">
            <a:off x="-6064082" y="30579094"/>
            <a:ext cx="61815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Seg0016"/>
          <p:cNvSpPr/>
          <p:nvPr/>
        </p:nvSpPr>
        <p:spPr>
          <a:xfrm rot="20382664">
            <a:off x="-5803869" y="29206472"/>
            <a:ext cx="5407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Seg0017"/>
          <p:cNvSpPr/>
          <p:nvPr/>
        </p:nvSpPr>
        <p:spPr>
          <a:xfrm rot="14398110">
            <a:off x="-5881560" y="28765556"/>
            <a:ext cx="80198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Seg0018"/>
          <p:cNvSpPr/>
          <p:nvPr/>
        </p:nvSpPr>
        <p:spPr>
          <a:xfrm rot="10296916">
            <a:off x="-5682873" y="28396305"/>
            <a:ext cx="3030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Seg0019"/>
          <p:cNvSpPr/>
          <p:nvPr/>
        </p:nvSpPr>
        <p:spPr>
          <a:xfrm rot="5112304">
            <a:off x="-5596792" y="28176212"/>
            <a:ext cx="3973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Seg0020"/>
          <p:cNvSpPr/>
          <p:nvPr/>
        </p:nvSpPr>
        <p:spPr>
          <a:xfrm rot="9795849">
            <a:off x="-5427865" y="27888748"/>
            <a:ext cx="6213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Seg0021"/>
          <p:cNvSpPr/>
          <p:nvPr/>
        </p:nvSpPr>
        <p:spPr>
          <a:xfrm rot="13580893">
            <a:off x="-5809359" y="27375628"/>
            <a:ext cx="117105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Seg0022"/>
          <p:cNvSpPr/>
          <p:nvPr/>
        </p:nvSpPr>
        <p:spPr>
          <a:xfrm rot="15462617">
            <a:off x="-6477862" y="26267322"/>
            <a:ext cx="14014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Seg0023"/>
          <p:cNvSpPr/>
          <p:nvPr/>
        </p:nvSpPr>
        <p:spPr>
          <a:xfrm rot="12253923">
            <a:off x="-5971781" y="25794513"/>
            <a:ext cx="103227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Seg0024"/>
          <p:cNvSpPr/>
          <p:nvPr/>
        </p:nvSpPr>
        <p:spPr>
          <a:xfrm rot="16319321">
            <a:off x="-5461506" y="25512997"/>
            <a:ext cx="9873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Seg0025"/>
          <p:cNvSpPr/>
          <p:nvPr/>
        </p:nvSpPr>
        <p:spPr>
          <a:xfrm rot="11598386">
            <a:off x="-5073834" y="26075088"/>
            <a:ext cx="917147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Seg0026"/>
          <p:cNvSpPr/>
          <p:nvPr/>
        </p:nvSpPr>
        <p:spPr>
          <a:xfrm rot="9608461">
            <a:off x="25585182" y="23556327"/>
            <a:ext cx="50950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Seg0027"/>
          <p:cNvSpPr/>
          <p:nvPr/>
        </p:nvSpPr>
        <p:spPr>
          <a:xfrm rot="15806520">
            <a:off x="30423780" y="22808639"/>
            <a:ext cx="2370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Seg0028"/>
          <p:cNvSpPr/>
          <p:nvPr/>
        </p:nvSpPr>
        <p:spPr>
          <a:xfrm rot="18441107">
            <a:off x="30003560" y="23199594"/>
            <a:ext cx="6874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Seg0029"/>
          <p:cNvSpPr/>
          <p:nvPr/>
        </p:nvSpPr>
        <p:spPr>
          <a:xfrm rot="9565625">
            <a:off x="30116280" y="23349060"/>
            <a:ext cx="7044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Seg0030"/>
          <p:cNvSpPr/>
          <p:nvPr/>
        </p:nvSpPr>
        <p:spPr>
          <a:xfrm rot="6510257">
            <a:off x="30610916" y="23360129"/>
            <a:ext cx="2843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Seg0031"/>
          <p:cNvSpPr/>
          <p:nvPr/>
        </p:nvSpPr>
        <p:spPr>
          <a:xfrm rot="7630654">
            <a:off x="30054885" y="23819317"/>
            <a:ext cx="81417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Seg0032"/>
          <p:cNvSpPr/>
          <p:nvPr/>
        </p:nvSpPr>
        <p:spPr>
          <a:xfrm rot="7026104">
            <a:off x="28971910" y="24904518"/>
            <a:ext cx="17093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Seg0033"/>
          <p:cNvSpPr/>
          <p:nvPr/>
        </p:nvSpPr>
        <p:spPr>
          <a:xfrm rot="8071045">
            <a:off x="28826077" y="25921532"/>
            <a:ext cx="71852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Seg0034"/>
          <p:cNvSpPr/>
          <p:nvPr/>
        </p:nvSpPr>
        <p:spPr>
          <a:xfrm rot="7209944">
            <a:off x="28205751" y="26596436"/>
            <a:ext cx="9686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Seg0035"/>
          <p:cNvSpPr/>
          <p:nvPr/>
        </p:nvSpPr>
        <p:spPr>
          <a:xfrm rot="12817645">
            <a:off x="28431187" y="27066513"/>
            <a:ext cx="1854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eg0036"/>
          <p:cNvSpPr/>
          <p:nvPr/>
        </p:nvSpPr>
        <p:spPr>
          <a:xfrm rot="6814263">
            <a:off x="28162138" y="27405258"/>
            <a:ext cx="6271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eg0037"/>
          <p:cNvSpPr/>
          <p:nvPr/>
        </p:nvSpPr>
        <p:spPr>
          <a:xfrm rot="20618678">
            <a:off x="24946220" y="28181845"/>
            <a:ext cx="347439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Seg0038"/>
          <p:cNvSpPr/>
          <p:nvPr/>
        </p:nvSpPr>
        <p:spPr>
          <a:xfrm rot="17182032">
            <a:off x="24774575" y="28347810"/>
            <a:ext cx="6737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Seg0039"/>
          <p:cNvSpPr/>
          <p:nvPr/>
        </p:nvSpPr>
        <p:spPr>
          <a:xfrm rot="10492207">
            <a:off x="24704789" y="28047060"/>
            <a:ext cx="50259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Seg0040"/>
          <p:cNvSpPr/>
          <p:nvPr/>
        </p:nvSpPr>
        <p:spPr>
          <a:xfrm rot="17328487">
            <a:off x="23903897" y="26949282"/>
            <a:ext cx="23668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Seg0041"/>
          <p:cNvSpPr/>
          <p:nvPr/>
        </p:nvSpPr>
        <p:spPr>
          <a:xfrm rot="16846463">
            <a:off x="24886503" y="25125387"/>
            <a:ext cx="14325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Seg0042"/>
          <p:cNvSpPr/>
          <p:nvPr/>
        </p:nvSpPr>
        <p:spPr>
          <a:xfrm rot="2497143">
            <a:off x="-19024993" y="10804587"/>
            <a:ext cx="48071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Seg0043"/>
          <p:cNvSpPr/>
          <p:nvPr/>
        </p:nvSpPr>
        <p:spPr>
          <a:xfrm rot="15646473">
            <a:off x="-17141478" y="15124560"/>
            <a:ext cx="55185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eg0044"/>
          <p:cNvSpPr/>
          <p:nvPr/>
        </p:nvSpPr>
        <p:spPr>
          <a:xfrm rot="13633426">
            <a:off x="-15900753" y="22333965"/>
            <a:ext cx="122227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eg0045"/>
          <p:cNvSpPr/>
          <p:nvPr/>
        </p:nvSpPr>
        <p:spPr>
          <a:xfrm rot="3005448">
            <a:off x="-5867761" y="27309535"/>
            <a:ext cx="12769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eg0046"/>
          <p:cNvSpPr/>
          <p:nvPr/>
        </p:nvSpPr>
        <p:spPr>
          <a:xfrm rot="4020020">
            <a:off x="-5931505" y="28796483"/>
            <a:ext cx="8214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eg0047"/>
          <p:cNvSpPr/>
          <p:nvPr/>
        </p:nvSpPr>
        <p:spPr>
          <a:xfrm rot="11799268">
            <a:off x="-9185876" y="28614618"/>
            <a:ext cx="39075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Seg0048"/>
          <p:cNvSpPr/>
          <p:nvPr/>
        </p:nvSpPr>
        <p:spPr>
          <a:xfrm rot="14563587">
            <a:off x="-9940418" y="27544801"/>
            <a:ext cx="11472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Seg0049"/>
          <p:cNvSpPr/>
          <p:nvPr/>
        </p:nvSpPr>
        <p:spPr>
          <a:xfrm rot="13389341">
            <a:off x="-10828810" y="26560687"/>
            <a:ext cx="13867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Seg0050"/>
          <p:cNvSpPr/>
          <p:nvPr/>
        </p:nvSpPr>
        <p:spPr>
          <a:xfrm rot="12059759">
            <a:off x="-10959283" y="26027508"/>
            <a:ext cx="3289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Seg0051"/>
          <p:cNvSpPr/>
          <p:nvPr/>
        </p:nvSpPr>
        <p:spPr>
          <a:xfrm rot="14525224">
            <a:off x="-11315862" y="25747381"/>
            <a:ext cx="5006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Seg0052"/>
          <p:cNvSpPr/>
          <p:nvPr/>
        </p:nvSpPr>
        <p:spPr>
          <a:xfrm rot="12714522">
            <a:off x="-12127951" y="25255961"/>
            <a:ext cx="10224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eg0053"/>
          <p:cNvSpPr/>
          <p:nvPr/>
        </p:nvSpPr>
        <p:spPr>
          <a:xfrm rot="13757028">
            <a:off x="-12642403" y="24714310"/>
            <a:ext cx="7162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Seg0054"/>
          <p:cNvSpPr/>
          <p:nvPr/>
        </p:nvSpPr>
        <p:spPr>
          <a:xfrm rot="12566758">
            <a:off x="-13757452" y="24117159"/>
            <a:ext cx="13251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eg0055"/>
          <p:cNvSpPr/>
          <p:nvPr/>
        </p:nvSpPr>
        <p:spPr>
          <a:xfrm rot="13846382">
            <a:off x="-13968099" y="23650856"/>
            <a:ext cx="3629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Seg0056"/>
          <p:cNvSpPr/>
          <p:nvPr/>
        </p:nvSpPr>
        <p:spPr>
          <a:xfrm rot="15988621">
            <a:off x="-14243142" y="23188916"/>
            <a:ext cx="64393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eg0057"/>
          <p:cNvSpPr/>
          <p:nvPr/>
        </p:nvSpPr>
        <p:spPr>
          <a:xfrm rot="14207737">
            <a:off x="-16263241" y="21612015"/>
            <a:ext cx="300109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Seg0058"/>
          <p:cNvSpPr/>
          <p:nvPr/>
        </p:nvSpPr>
        <p:spPr>
          <a:xfrm rot="16518539">
            <a:off x="-15858900" y="20055324"/>
            <a:ext cx="6048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Seg0059"/>
          <p:cNvSpPr/>
          <p:nvPr/>
        </p:nvSpPr>
        <p:spPr>
          <a:xfrm rot="14128871">
            <a:off x="-16571106" y="19205833"/>
            <a:ext cx="13310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Seg0060"/>
          <p:cNvSpPr/>
          <p:nvPr/>
        </p:nvSpPr>
        <p:spPr>
          <a:xfrm rot="15900247">
            <a:off x="-17025151" y="17977135"/>
            <a:ext cx="13659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Seg0061"/>
          <p:cNvSpPr/>
          <p:nvPr/>
        </p:nvSpPr>
        <p:spPr>
          <a:xfrm rot="6304986">
            <a:off x="-16573139" y="17428151"/>
            <a:ext cx="2721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Seg0062"/>
          <p:cNvSpPr/>
          <p:nvPr/>
        </p:nvSpPr>
        <p:spPr>
          <a:xfrm rot="13549462">
            <a:off x="-17033937" y="17322216"/>
            <a:ext cx="6617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Seg0063"/>
          <p:cNvSpPr/>
          <p:nvPr/>
        </p:nvSpPr>
        <p:spPr>
          <a:xfrm rot="15173807">
            <a:off x="-17476735" y="16683792"/>
            <a:ext cx="8393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Seg0064"/>
          <p:cNvSpPr/>
          <p:nvPr/>
        </p:nvSpPr>
        <p:spPr>
          <a:xfrm rot="14571692">
            <a:off x="-18212790" y="15651791"/>
            <a:ext cx="14178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Seg0065"/>
          <p:cNvSpPr/>
          <p:nvPr/>
        </p:nvSpPr>
        <p:spPr>
          <a:xfrm rot="15787543">
            <a:off x="-18705504" y="14242158"/>
            <a:ext cx="15687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Seg0066"/>
          <p:cNvSpPr/>
          <p:nvPr/>
        </p:nvSpPr>
        <p:spPr>
          <a:xfrm rot="14807134">
            <a:off x="-18859179" y="12906927"/>
            <a:ext cx="121100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Seg0067"/>
          <p:cNvSpPr/>
          <p:nvPr/>
        </p:nvSpPr>
        <p:spPr>
          <a:xfrm rot="16543423">
            <a:off x="-19379592" y="11369827"/>
            <a:ext cx="197106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Seg0068"/>
          <p:cNvSpPr/>
          <p:nvPr/>
        </p:nvSpPr>
        <p:spPr>
          <a:xfrm rot="15844671">
            <a:off x="-18950697" y="9798702"/>
            <a:ext cx="11873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Seg0069"/>
          <p:cNvSpPr/>
          <p:nvPr/>
        </p:nvSpPr>
        <p:spPr>
          <a:xfrm rot="21052205">
            <a:off x="4848870" y="22312742"/>
            <a:ext cx="144426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Seg0070"/>
          <p:cNvSpPr/>
          <p:nvPr/>
        </p:nvSpPr>
        <p:spPr>
          <a:xfrm rot="7183955">
            <a:off x="14591187" y="23842164"/>
            <a:ext cx="61616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Seg0071"/>
          <p:cNvSpPr/>
          <p:nvPr/>
        </p:nvSpPr>
        <p:spPr>
          <a:xfrm rot="10626948">
            <a:off x="3966808" y="26823976"/>
            <a:ext cx="1218498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Seg0072"/>
          <p:cNvSpPr/>
          <p:nvPr/>
        </p:nvSpPr>
        <p:spPr>
          <a:xfrm rot="6284197">
            <a:off x="2559011" y="25294554"/>
            <a:ext cx="37968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Seg0073"/>
          <p:cNvSpPr/>
          <p:nvPr/>
        </p:nvSpPr>
        <p:spPr>
          <a:xfrm rot="20211304">
            <a:off x="44455034" y="8566484"/>
            <a:ext cx="12590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Seg0074"/>
          <p:cNvSpPr/>
          <p:nvPr/>
        </p:nvSpPr>
        <p:spPr>
          <a:xfrm rot="4993770">
            <a:off x="45286658" y="8743164"/>
            <a:ext cx="8541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Seg0075"/>
          <p:cNvSpPr/>
          <p:nvPr/>
        </p:nvSpPr>
        <p:spPr>
          <a:xfrm rot="8633880">
            <a:off x="44927169" y="9440044"/>
            <a:ext cx="9258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Seg0076"/>
          <p:cNvSpPr/>
          <p:nvPr/>
        </p:nvSpPr>
        <p:spPr>
          <a:xfrm rot="7582984">
            <a:off x="44361453" y="10043594"/>
            <a:ext cx="8217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Seg0077"/>
          <p:cNvSpPr/>
          <p:nvPr/>
        </p:nvSpPr>
        <p:spPr>
          <a:xfrm rot="14708084">
            <a:off x="44419800" y="10304884"/>
            <a:ext cx="15319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Seg0078"/>
          <p:cNvSpPr/>
          <p:nvPr/>
        </p:nvSpPr>
        <p:spPr>
          <a:xfrm rot="7448226">
            <a:off x="44401901" y="10117899"/>
            <a:ext cx="28388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Seg0079"/>
          <p:cNvSpPr/>
          <p:nvPr/>
        </p:nvSpPr>
        <p:spPr>
          <a:xfrm rot="15859799">
            <a:off x="43968440" y="9407166"/>
            <a:ext cx="119232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Seg0080"/>
          <p:cNvSpPr/>
          <p:nvPr/>
        </p:nvSpPr>
        <p:spPr>
          <a:xfrm rot="6056195">
            <a:off x="43047446" y="12903130"/>
            <a:ext cx="5557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Seg0081"/>
          <p:cNvSpPr/>
          <p:nvPr/>
        </p:nvSpPr>
        <p:spPr>
          <a:xfrm rot="4115957">
            <a:off x="42859320" y="13781861"/>
            <a:ext cx="130150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Seg0082"/>
          <p:cNvSpPr/>
          <p:nvPr/>
        </p:nvSpPr>
        <p:spPr>
          <a:xfrm rot="20187655">
            <a:off x="43231427" y="14495275"/>
            <a:ext cx="5385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Seg0083"/>
          <p:cNvSpPr/>
          <p:nvPr/>
        </p:nvSpPr>
        <p:spPr>
          <a:xfrm rot="5112332">
            <a:off x="42313329" y="13737886"/>
            <a:ext cx="17359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Seg0084"/>
          <p:cNvSpPr/>
          <p:nvPr/>
        </p:nvSpPr>
        <p:spPr>
          <a:xfrm rot="19078705">
            <a:off x="43062136" y="12751623"/>
            <a:ext cx="3625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eg0085"/>
          <p:cNvSpPr/>
          <p:nvPr/>
        </p:nvSpPr>
        <p:spPr>
          <a:xfrm rot="4328855">
            <a:off x="34395271" y="28074664"/>
            <a:ext cx="3181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eg0086"/>
          <p:cNvSpPr/>
          <p:nvPr/>
        </p:nvSpPr>
        <p:spPr>
          <a:xfrm rot="9770334">
            <a:off x="34540912" y="27813738"/>
            <a:ext cx="27950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eg0087"/>
          <p:cNvSpPr/>
          <p:nvPr/>
        </p:nvSpPr>
        <p:spPr>
          <a:xfrm rot="4995931">
            <a:off x="37166788" y="27521721"/>
            <a:ext cx="2423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eg0088"/>
          <p:cNvSpPr/>
          <p:nvPr/>
        </p:nvSpPr>
        <p:spPr>
          <a:xfrm rot="17504612">
            <a:off x="37079343" y="27313292"/>
            <a:ext cx="70789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eg0089"/>
          <p:cNvSpPr/>
          <p:nvPr/>
        </p:nvSpPr>
        <p:spPr>
          <a:xfrm rot="10474101">
            <a:off x="37563320" y="26961461"/>
            <a:ext cx="4873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eg0090"/>
          <p:cNvSpPr/>
          <p:nvPr/>
        </p:nvSpPr>
        <p:spPr>
          <a:xfrm rot="5038102">
            <a:off x="37580593" y="27459517"/>
            <a:ext cx="104804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eg0091"/>
          <p:cNvSpPr/>
          <p:nvPr/>
        </p:nvSpPr>
        <p:spPr>
          <a:xfrm rot="3800592">
            <a:off x="37762214" y="28624901"/>
            <a:ext cx="144177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eg0092"/>
          <p:cNvSpPr/>
          <p:nvPr/>
        </p:nvSpPr>
        <p:spPr>
          <a:xfrm rot="5900668">
            <a:off x="38548630" y="29491988"/>
            <a:ext cx="4504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eg0093"/>
          <p:cNvSpPr/>
          <p:nvPr/>
        </p:nvSpPr>
        <p:spPr>
          <a:xfrm rot="4161486">
            <a:off x="38295618" y="30358753"/>
            <a:ext cx="137623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eg0094"/>
          <p:cNvSpPr/>
          <p:nvPr/>
        </p:nvSpPr>
        <p:spPr>
          <a:xfrm rot="5846191">
            <a:off x="38520599" y="31622282"/>
            <a:ext cx="12496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eg0095"/>
          <p:cNvSpPr/>
          <p:nvPr/>
        </p:nvSpPr>
        <p:spPr>
          <a:xfrm rot="7071672">
            <a:off x="38451169" y="32611450"/>
            <a:ext cx="8360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eg0096"/>
          <p:cNvSpPr/>
          <p:nvPr/>
        </p:nvSpPr>
        <p:spPr>
          <a:xfrm rot="9230815">
            <a:off x="38017063" y="33133585"/>
            <a:ext cx="6922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eg0097"/>
          <p:cNvSpPr/>
          <p:nvPr/>
        </p:nvSpPr>
        <p:spPr>
          <a:xfrm rot="14962976">
            <a:off x="37563118" y="32947385"/>
            <a:ext cx="72386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eg0098"/>
          <p:cNvSpPr/>
          <p:nvPr/>
        </p:nvSpPr>
        <p:spPr>
          <a:xfrm rot="9849436">
            <a:off x="37442313" y="32658067"/>
            <a:ext cx="36217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eg0099"/>
          <p:cNvSpPr/>
          <p:nvPr/>
        </p:nvSpPr>
        <p:spPr>
          <a:xfrm rot="15127697">
            <a:off x="36744687" y="32194445"/>
            <a:ext cx="10781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Seg0100"/>
          <p:cNvSpPr/>
          <p:nvPr/>
        </p:nvSpPr>
        <p:spPr>
          <a:xfrm rot="8127397">
            <a:off x="36863762" y="31785643"/>
            <a:ext cx="29726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Seg0101"/>
          <p:cNvSpPr/>
          <p:nvPr/>
        </p:nvSpPr>
        <p:spPr>
          <a:xfrm rot="14148078">
            <a:off x="36331192" y="31585302"/>
            <a:ext cx="7365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Seg0102"/>
          <p:cNvSpPr/>
          <p:nvPr/>
        </p:nvSpPr>
        <p:spPr>
          <a:xfrm rot="18090396">
            <a:off x="36332125" y="30994345"/>
            <a:ext cx="6717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Seg0103"/>
          <p:cNvSpPr/>
          <p:nvPr/>
        </p:nvSpPr>
        <p:spPr>
          <a:xfrm rot="8437747">
            <a:off x="36433404" y="30854712"/>
            <a:ext cx="4626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Seg0104"/>
          <p:cNvSpPr/>
          <p:nvPr/>
        </p:nvSpPr>
        <p:spPr>
          <a:xfrm rot="14161014">
            <a:off x="36318174" y="30912228"/>
            <a:ext cx="2151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Seg0105"/>
          <p:cNvSpPr/>
          <p:nvPr/>
        </p:nvSpPr>
        <p:spPr>
          <a:xfrm rot="17041869">
            <a:off x="35878864" y="30199641"/>
            <a:ext cx="12850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Seg0106"/>
          <p:cNvSpPr/>
          <p:nvPr/>
        </p:nvSpPr>
        <p:spPr>
          <a:xfrm rot="13281772">
            <a:off x="35604899" y="29171475"/>
            <a:ext cx="12251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Seg0107"/>
          <p:cNvSpPr/>
          <p:nvPr/>
        </p:nvSpPr>
        <p:spPr>
          <a:xfrm rot="11881523">
            <a:off x="35380445" y="28706847"/>
            <a:ext cx="3867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Seg0108"/>
          <p:cNvSpPr/>
          <p:nvPr/>
        </p:nvSpPr>
        <p:spPr>
          <a:xfrm rot="8737266">
            <a:off x="33839843" y="29126530"/>
            <a:ext cx="16984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Seg0109"/>
          <p:cNvSpPr/>
          <p:nvPr/>
        </p:nvSpPr>
        <p:spPr>
          <a:xfrm rot="15368073">
            <a:off x="33826816" y="29479672"/>
            <a:ext cx="26034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Seg0110"/>
          <p:cNvSpPr/>
          <p:nvPr/>
        </p:nvSpPr>
        <p:spPr>
          <a:xfrm rot="11492654">
            <a:off x="33037521" y="29263502"/>
            <a:ext cx="8973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Seg0111"/>
          <p:cNvSpPr/>
          <p:nvPr/>
        </p:nvSpPr>
        <p:spPr>
          <a:xfrm rot="9483300">
            <a:off x="31663579" y="29441854"/>
            <a:ext cx="14350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Seg0112"/>
          <p:cNvSpPr/>
          <p:nvPr/>
        </p:nvSpPr>
        <p:spPr>
          <a:xfrm rot="18573953">
            <a:off x="31661662" y="29595530"/>
            <a:ext cx="2969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Seg0113"/>
          <p:cNvSpPr/>
          <p:nvPr/>
        </p:nvSpPr>
        <p:spPr>
          <a:xfrm rot="17782176">
            <a:off x="36518574" y="22337878"/>
            <a:ext cx="5718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Seg0114"/>
          <p:cNvSpPr/>
          <p:nvPr/>
        </p:nvSpPr>
        <p:spPr>
          <a:xfrm rot="11655214">
            <a:off x="36671478" y="22642271"/>
            <a:ext cx="3916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Seg0115"/>
          <p:cNvSpPr/>
          <p:nvPr/>
        </p:nvSpPr>
        <p:spPr>
          <a:xfrm rot="14786522">
            <a:off x="36865951" y="22982322"/>
            <a:ext cx="6367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Seg0116"/>
          <p:cNvSpPr/>
          <p:nvPr/>
        </p:nvSpPr>
        <p:spPr>
          <a:xfrm rot="13322395">
            <a:off x="37156568" y="23677540"/>
            <a:ext cx="12047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Seg0117"/>
          <p:cNvSpPr/>
          <p:nvPr/>
        </p:nvSpPr>
        <p:spPr>
          <a:xfrm rot="15247103">
            <a:off x="37836211" y="24571005"/>
            <a:ext cx="10190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Seg0118"/>
          <p:cNvSpPr/>
          <p:nvPr/>
        </p:nvSpPr>
        <p:spPr>
          <a:xfrm rot="11143908">
            <a:off x="38484651" y="25071698"/>
            <a:ext cx="2123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Seg0119"/>
          <p:cNvSpPr/>
          <p:nvPr/>
        </p:nvSpPr>
        <p:spPr>
          <a:xfrm rot="6801449">
            <a:off x="37696220" y="25739905"/>
            <a:ext cx="14326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Seg0120"/>
          <p:cNvSpPr/>
          <p:nvPr/>
        </p:nvSpPr>
        <p:spPr>
          <a:xfrm rot="5898457">
            <a:off x="37815730" y="26667951"/>
            <a:ext cx="5466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Seg0121"/>
          <p:cNvSpPr/>
          <p:nvPr/>
        </p:nvSpPr>
        <p:spPr>
          <a:xfrm rot="6190123">
            <a:off x="37183048" y="27286962"/>
            <a:ext cx="62120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Seg0122"/>
          <p:cNvSpPr/>
          <p:nvPr/>
        </p:nvSpPr>
        <p:spPr>
          <a:xfrm rot="13894651">
            <a:off x="37228329" y="27495392"/>
            <a:ext cx="2399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eg0123"/>
          <p:cNvSpPr/>
          <p:nvPr/>
        </p:nvSpPr>
        <p:spPr>
          <a:xfrm rot="15259786">
            <a:off x="34208850" y="27927198"/>
            <a:ext cx="62086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Seg0124"/>
          <p:cNvSpPr/>
          <p:nvPr/>
        </p:nvSpPr>
        <p:spPr>
          <a:xfrm rot="16510379">
            <a:off x="34121304" y="27284448"/>
            <a:ext cx="69052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Seg0125"/>
          <p:cNvSpPr/>
          <p:nvPr/>
        </p:nvSpPr>
        <p:spPr>
          <a:xfrm rot="20253232">
            <a:off x="34499944" y="22564177"/>
            <a:ext cx="25272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Seg0126"/>
          <p:cNvSpPr/>
          <p:nvPr/>
        </p:nvSpPr>
        <p:spPr>
          <a:xfrm rot="16925123">
            <a:off x="1975470" y="1218195"/>
            <a:ext cx="93934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Seg0127"/>
          <p:cNvSpPr/>
          <p:nvPr/>
        </p:nvSpPr>
        <p:spPr>
          <a:xfrm rot="15594615">
            <a:off x="2120311" y="1947815"/>
            <a:ext cx="5492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Seg0128"/>
          <p:cNvSpPr/>
          <p:nvPr/>
        </p:nvSpPr>
        <p:spPr>
          <a:xfrm rot="14242023">
            <a:off x="2210969" y="2642317"/>
            <a:ext cx="100729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Seg0129"/>
          <p:cNvSpPr/>
          <p:nvPr/>
        </p:nvSpPr>
        <p:spPr>
          <a:xfrm rot="11374162">
            <a:off x="2984925" y="3081870"/>
            <a:ext cx="1853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Seg0130"/>
          <p:cNvSpPr/>
          <p:nvPr/>
        </p:nvSpPr>
        <p:spPr>
          <a:xfrm rot="17358705">
            <a:off x="2494686" y="3575508"/>
            <a:ext cx="10134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Seg0131"/>
          <p:cNvSpPr/>
          <p:nvPr/>
        </p:nvSpPr>
        <p:spPr>
          <a:xfrm rot="13555273">
            <a:off x="2808136" y="4114418"/>
            <a:ext cx="1689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Seg0132"/>
          <p:cNvSpPr/>
          <p:nvPr/>
        </p:nvSpPr>
        <p:spPr>
          <a:xfrm rot="8722712">
            <a:off x="2923055" y="4084266"/>
            <a:ext cx="3197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Seg0133"/>
          <p:cNvSpPr/>
          <p:nvPr/>
        </p:nvSpPr>
        <p:spPr>
          <a:xfrm rot="13723931">
            <a:off x="3189218" y="4049245"/>
            <a:ext cx="14850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Seg0134"/>
          <p:cNvSpPr/>
          <p:nvPr/>
        </p:nvSpPr>
        <p:spPr>
          <a:xfrm rot="15731542">
            <a:off x="3000174" y="4463074"/>
            <a:ext cx="7227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Seg0135"/>
          <p:cNvSpPr/>
          <p:nvPr/>
        </p:nvSpPr>
        <p:spPr>
          <a:xfrm rot="12756257">
            <a:off x="3392590" y="4882778"/>
            <a:ext cx="2289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Seg0136"/>
          <p:cNvSpPr/>
          <p:nvPr/>
        </p:nvSpPr>
        <p:spPr>
          <a:xfrm rot="3333271">
            <a:off x="-8683296" y="14338714"/>
            <a:ext cx="19893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Seg0137"/>
          <p:cNvSpPr/>
          <p:nvPr/>
        </p:nvSpPr>
        <p:spPr>
          <a:xfrm rot="1986912">
            <a:off x="-7437739" y="16207363"/>
            <a:ext cx="38379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Seg0138"/>
          <p:cNvSpPr/>
          <p:nvPr/>
        </p:nvSpPr>
        <p:spPr>
          <a:xfrm rot="76845">
            <a:off x="-3911500" y="17260611"/>
            <a:ext cx="43443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Seg0139"/>
          <p:cNvSpPr/>
          <p:nvPr/>
        </p:nvSpPr>
        <p:spPr>
          <a:xfrm rot="14305784">
            <a:off x="4649902" y="5300689"/>
            <a:ext cx="3424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Seg0140"/>
          <p:cNvSpPr/>
          <p:nvPr/>
        </p:nvSpPr>
        <p:spPr>
          <a:xfrm rot="3737132">
            <a:off x="-2724149" y="20020449"/>
            <a:ext cx="353088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Seg0141"/>
          <p:cNvSpPr/>
          <p:nvPr/>
        </p:nvSpPr>
        <p:spPr>
          <a:xfrm rot="12550344">
            <a:off x="-12367509" y="18400861"/>
            <a:ext cx="130580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Seg0142"/>
          <p:cNvSpPr/>
          <p:nvPr/>
        </p:nvSpPr>
        <p:spPr>
          <a:xfrm rot="4659733">
            <a:off x="-14721414" y="12657081"/>
            <a:ext cx="52436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Seg0143"/>
          <p:cNvSpPr/>
          <p:nvPr/>
        </p:nvSpPr>
        <p:spPr>
          <a:xfrm rot="4032162">
            <a:off x="-13447263" y="9572570"/>
            <a:ext cx="113511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Seg0144"/>
          <p:cNvSpPr/>
          <p:nvPr/>
        </p:nvSpPr>
        <p:spPr>
          <a:xfrm rot="16437523">
            <a:off x="-14650493" y="7387442"/>
            <a:ext cx="33317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Seg0145"/>
          <p:cNvSpPr/>
          <p:nvPr/>
        </p:nvSpPr>
        <p:spPr>
          <a:xfrm rot="15811937">
            <a:off x="-14620026" y="4162334"/>
            <a:ext cx="31464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Seg0146"/>
          <p:cNvSpPr/>
          <p:nvPr/>
        </p:nvSpPr>
        <p:spPr>
          <a:xfrm rot="17134730">
            <a:off x="-16851836" y="-2178497"/>
            <a:ext cx="99196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Seg0147"/>
          <p:cNvSpPr/>
          <p:nvPr/>
        </p:nvSpPr>
        <p:spPr>
          <a:xfrm rot="20127967">
            <a:off x="-10607265" y="-7173727"/>
            <a:ext cx="104808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Seg0148"/>
          <p:cNvSpPr/>
          <p:nvPr/>
        </p:nvSpPr>
        <p:spPr>
          <a:xfrm rot="9503169">
            <a:off x="31974185" y="12846532"/>
            <a:ext cx="23558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Seg0149"/>
          <p:cNvSpPr/>
          <p:nvPr/>
        </p:nvSpPr>
        <p:spPr>
          <a:xfrm rot="5213517">
            <a:off x="33658585" y="13034123"/>
            <a:ext cx="124479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Seg0150"/>
          <p:cNvSpPr/>
          <p:nvPr/>
        </p:nvSpPr>
        <p:spPr>
          <a:xfrm rot="16744766">
            <a:off x="31893170" y="15720915"/>
            <a:ext cx="41830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Seg0151"/>
          <p:cNvSpPr/>
          <p:nvPr/>
        </p:nvSpPr>
        <p:spPr>
          <a:xfrm rot="16007537">
            <a:off x="33397571" y="18058095"/>
            <a:ext cx="5446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Seg0152"/>
          <p:cNvSpPr/>
          <p:nvPr/>
        </p:nvSpPr>
        <p:spPr>
          <a:xfrm rot="17985016">
            <a:off x="32883975" y="18794834"/>
            <a:ext cx="10708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Seg0153"/>
          <p:cNvSpPr/>
          <p:nvPr/>
        </p:nvSpPr>
        <p:spPr>
          <a:xfrm rot="6264906">
            <a:off x="32368388" y="19868698"/>
            <a:ext cx="12575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Seg0154"/>
          <p:cNvSpPr/>
          <p:nvPr/>
        </p:nvSpPr>
        <p:spPr>
          <a:xfrm rot="19475749">
            <a:off x="32384154" y="20623400"/>
            <a:ext cx="50299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Seg0155"/>
          <p:cNvSpPr/>
          <p:nvPr/>
        </p:nvSpPr>
        <p:spPr>
          <a:xfrm rot="17262367">
            <a:off x="32097282" y="21012625"/>
            <a:ext cx="5112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Seg0156"/>
          <p:cNvSpPr/>
          <p:nvPr/>
        </p:nvSpPr>
        <p:spPr>
          <a:xfrm rot="177250">
            <a:off x="31854360" y="21245296"/>
            <a:ext cx="4210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Seg0157"/>
          <p:cNvSpPr/>
          <p:nvPr/>
        </p:nvSpPr>
        <p:spPr>
          <a:xfrm rot="7646306">
            <a:off x="31432794" y="21442759"/>
            <a:ext cx="5247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Seg0158"/>
          <p:cNvSpPr/>
          <p:nvPr/>
        </p:nvSpPr>
        <p:spPr>
          <a:xfrm rot="16184064">
            <a:off x="31070550" y="21188111"/>
            <a:ext cx="9259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Seg0159"/>
          <p:cNvSpPr/>
          <p:nvPr/>
        </p:nvSpPr>
        <p:spPr>
          <a:xfrm rot="2166360">
            <a:off x="30825356" y="20495030"/>
            <a:ext cx="78101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Seg0160"/>
          <p:cNvSpPr/>
          <p:nvPr/>
        </p:nvSpPr>
        <p:spPr>
          <a:xfrm rot="6767758">
            <a:off x="30549592" y="19737000"/>
            <a:ext cx="11452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Seg0161"/>
          <p:cNvSpPr/>
          <p:nvPr/>
        </p:nvSpPr>
        <p:spPr>
          <a:xfrm rot="9667662">
            <a:off x="30893845" y="19283921"/>
            <a:ext cx="46269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Seg0162"/>
          <p:cNvSpPr/>
          <p:nvPr/>
        </p:nvSpPr>
        <p:spPr>
          <a:xfrm rot="16220354">
            <a:off x="30631828" y="19082669"/>
            <a:ext cx="5521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Seg0163"/>
          <p:cNvSpPr/>
          <p:nvPr/>
        </p:nvSpPr>
        <p:spPr>
          <a:xfrm rot="2996882">
            <a:off x="30370187" y="18555374"/>
            <a:ext cx="6563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Seg0164"/>
          <p:cNvSpPr/>
          <p:nvPr/>
        </p:nvSpPr>
        <p:spPr>
          <a:xfrm rot="16493924">
            <a:off x="30129927" y="17914969"/>
            <a:ext cx="7812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Seg0165"/>
          <p:cNvSpPr/>
          <p:nvPr/>
        </p:nvSpPr>
        <p:spPr>
          <a:xfrm rot="17899961">
            <a:off x="30150674" y="16850253"/>
            <a:ext cx="15349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eg0166"/>
          <p:cNvSpPr/>
          <p:nvPr/>
        </p:nvSpPr>
        <p:spPr>
          <a:xfrm rot="5812789">
            <a:off x="30920893" y="15767028"/>
            <a:ext cx="8213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eg0167"/>
          <p:cNvSpPr/>
          <p:nvPr/>
        </p:nvSpPr>
        <p:spPr>
          <a:xfrm rot="8356185">
            <a:off x="31278157" y="15082960"/>
            <a:ext cx="84709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eg0168"/>
          <p:cNvSpPr/>
          <p:nvPr/>
        </p:nvSpPr>
        <p:spPr>
          <a:xfrm rot="17673430">
            <a:off x="31882110" y="14587835"/>
            <a:ext cx="48102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eg0169"/>
          <p:cNvSpPr/>
          <p:nvPr/>
        </p:nvSpPr>
        <p:spPr>
          <a:xfrm rot="16806063">
            <a:off x="31987696" y="14088646"/>
            <a:ext cx="56968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eg0170"/>
          <p:cNvSpPr/>
          <p:nvPr/>
        </p:nvSpPr>
        <p:spPr>
          <a:xfrm rot="14597803">
            <a:off x="31894352" y="13544321"/>
            <a:ext cx="5908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eg0171"/>
          <p:cNvSpPr/>
          <p:nvPr/>
        </p:nvSpPr>
        <p:spPr>
          <a:xfrm rot="20148284">
            <a:off x="34214046" y="13185860"/>
            <a:ext cx="229230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eg0172"/>
          <p:cNvSpPr/>
          <p:nvPr/>
        </p:nvSpPr>
        <p:spPr>
          <a:xfrm rot="5706540">
            <a:off x="33871662" y="15033666"/>
            <a:ext cx="465359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eg0173"/>
          <p:cNvSpPr/>
          <p:nvPr/>
        </p:nvSpPr>
        <p:spPr>
          <a:xfrm rot="19818077">
            <a:off x="35418968" y="17502952"/>
            <a:ext cx="6125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eg0174"/>
          <p:cNvSpPr/>
          <p:nvPr/>
        </p:nvSpPr>
        <p:spPr>
          <a:xfrm rot="16504963">
            <a:off x="35300220" y="17800150"/>
            <a:ext cx="2920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eg0175"/>
          <p:cNvSpPr/>
          <p:nvPr/>
        </p:nvSpPr>
        <p:spPr>
          <a:xfrm rot="18058635">
            <a:off x="34481526" y="18484365"/>
            <a:ext cx="12567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eg0176"/>
          <p:cNvSpPr/>
          <p:nvPr/>
        </p:nvSpPr>
        <p:spPr>
          <a:xfrm rot="2887672">
            <a:off x="34550586" y="18917774"/>
            <a:ext cx="2829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eg0177"/>
          <p:cNvSpPr/>
          <p:nvPr/>
        </p:nvSpPr>
        <p:spPr>
          <a:xfrm rot="17907073">
            <a:off x="34242717" y="19023788"/>
            <a:ext cx="4807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eg0178"/>
          <p:cNvSpPr/>
          <p:nvPr/>
        </p:nvSpPr>
        <p:spPr>
          <a:xfrm rot="21340626">
            <a:off x="34122791" y="19244419"/>
            <a:ext cx="2461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eg0179"/>
          <p:cNvSpPr/>
          <p:nvPr/>
        </p:nvSpPr>
        <p:spPr>
          <a:xfrm rot="18560205">
            <a:off x="33676445" y="19465149"/>
            <a:ext cx="54679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eg0180"/>
          <p:cNvSpPr/>
          <p:nvPr/>
        </p:nvSpPr>
        <p:spPr>
          <a:xfrm rot="872035">
            <a:off x="33388526" y="19627125"/>
            <a:ext cx="3943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eg0181"/>
          <p:cNvSpPr/>
          <p:nvPr/>
        </p:nvSpPr>
        <p:spPr>
          <a:xfrm rot="8163156">
            <a:off x="32875033" y="19787383"/>
            <a:ext cx="6044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eg0182"/>
          <p:cNvSpPr/>
          <p:nvPr/>
        </p:nvSpPr>
        <p:spPr>
          <a:xfrm rot="17084613">
            <a:off x="32675425" y="19628410"/>
            <a:ext cx="76252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eg0183"/>
          <p:cNvSpPr/>
          <p:nvPr/>
        </p:nvSpPr>
        <p:spPr>
          <a:xfrm rot="3919289">
            <a:off x="31655653" y="11860376"/>
            <a:ext cx="40624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eg0184"/>
          <p:cNvSpPr/>
          <p:nvPr/>
        </p:nvSpPr>
        <p:spPr>
          <a:xfrm rot="16756540">
            <a:off x="31392398" y="12513412"/>
            <a:ext cx="9493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eg0185"/>
          <p:cNvSpPr/>
          <p:nvPr/>
        </p:nvSpPr>
        <p:spPr>
          <a:xfrm rot="1251034">
            <a:off x="31781925" y="13028822"/>
            <a:ext cx="26377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eg0186"/>
          <p:cNvSpPr/>
          <p:nvPr/>
        </p:nvSpPr>
        <p:spPr>
          <a:xfrm rot="4437308">
            <a:off x="31681318" y="13548239"/>
            <a:ext cx="9832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eg0187"/>
          <p:cNvSpPr/>
          <p:nvPr/>
        </p:nvSpPr>
        <p:spPr>
          <a:xfrm rot="6600459">
            <a:off x="31747566" y="14413654"/>
            <a:ext cx="83635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eg0188"/>
          <p:cNvSpPr/>
          <p:nvPr/>
        </p:nvSpPr>
        <p:spPr>
          <a:xfrm rot="7131178">
            <a:off x="30367073" y="16715460"/>
            <a:ext cx="123473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eg0189"/>
          <p:cNvSpPr/>
          <p:nvPr/>
        </p:nvSpPr>
        <p:spPr>
          <a:xfrm rot="14109029">
            <a:off x="30423705" y="17118936"/>
            <a:ext cx="33449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eg0190"/>
          <p:cNvSpPr/>
          <p:nvPr/>
        </p:nvSpPr>
        <p:spPr>
          <a:xfrm rot="9372485">
            <a:off x="26436255" y="17836776"/>
            <a:ext cx="42392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eg0191"/>
          <p:cNvSpPr/>
          <p:nvPr/>
        </p:nvSpPr>
        <p:spPr>
          <a:xfrm rot="16882999">
            <a:off x="25660034" y="17523779"/>
            <a:ext cx="238305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eg0192"/>
          <p:cNvSpPr/>
          <p:nvPr/>
        </p:nvSpPr>
        <p:spPr>
          <a:xfrm rot="16130945">
            <a:off x="26468595" y="15749840"/>
            <a:ext cx="12119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eg0193"/>
          <p:cNvSpPr/>
          <p:nvPr/>
        </p:nvSpPr>
        <p:spPr>
          <a:xfrm rot="6892409">
            <a:off x="26763895" y="14676579"/>
            <a:ext cx="10304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eg0194"/>
          <p:cNvSpPr/>
          <p:nvPr/>
        </p:nvSpPr>
        <p:spPr>
          <a:xfrm rot="5798684">
            <a:off x="27190008" y="13865686"/>
            <a:ext cx="69161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eg0195"/>
          <p:cNvSpPr/>
          <p:nvPr/>
        </p:nvSpPr>
        <p:spPr>
          <a:xfrm rot="20175569">
            <a:off x="27381780" y="12599005"/>
            <a:ext cx="458623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eg0196"/>
          <p:cNvSpPr/>
          <p:nvPr/>
        </p:nvSpPr>
        <p:spPr>
          <a:xfrm rot="9556342">
            <a:off x="17982183" y="21079563"/>
            <a:ext cx="90697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eg0197"/>
          <p:cNvSpPr/>
          <p:nvPr/>
        </p:nvSpPr>
        <p:spPr>
          <a:xfrm rot="931264">
            <a:off x="26751859" y="19522548"/>
            <a:ext cx="3587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eg0198"/>
          <p:cNvSpPr/>
          <p:nvPr/>
        </p:nvSpPr>
        <p:spPr>
          <a:xfrm rot="18278259">
            <a:off x="26563799" y="19853945"/>
            <a:ext cx="6889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eg0199"/>
          <p:cNvSpPr/>
          <p:nvPr/>
        </p:nvSpPr>
        <p:spPr>
          <a:xfrm rot="13838511">
            <a:off x="26618957" y="20334987"/>
            <a:ext cx="5112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eg0200"/>
          <p:cNvSpPr/>
          <p:nvPr/>
        </p:nvSpPr>
        <p:spPr>
          <a:xfrm rot="6509491">
            <a:off x="24814916" y="22132313"/>
            <a:ext cx="33735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eg0201"/>
          <p:cNvSpPr/>
          <p:nvPr/>
        </p:nvSpPr>
        <p:spPr>
          <a:xfrm rot="9850090">
            <a:off x="15950431" y="25124708"/>
            <a:ext cx="102099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eg0202"/>
          <p:cNvSpPr/>
          <p:nvPr/>
        </p:nvSpPr>
        <p:spPr>
          <a:xfrm rot="17944833">
            <a:off x="15017035" y="24600994"/>
            <a:ext cx="43857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eg0203"/>
          <p:cNvSpPr/>
          <p:nvPr/>
        </p:nvSpPr>
        <p:spPr>
          <a:xfrm rot="11362283">
            <a:off x="36490703" y="17141153"/>
            <a:ext cx="4279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eg0204"/>
          <p:cNvSpPr/>
          <p:nvPr/>
        </p:nvSpPr>
        <p:spPr>
          <a:xfrm rot="8703081">
            <a:off x="36842684" y="16943665"/>
            <a:ext cx="81115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eg0205"/>
          <p:cNvSpPr/>
          <p:nvPr/>
        </p:nvSpPr>
        <p:spPr>
          <a:xfrm rot="4658220">
            <a:off x="37151679" y="17244576"/>
            <a:ext cx="10918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eg0206"/>
          <p:cNvSpPr/>
          <p:nvPr/>
        </p:nvSpPr>
        <p:spPr>
          <a:xfrm rot="2554157">
            <a:off x="37741905" y="17964065"/>
            <a:ext cx="5506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eg0207"/>
          <p:cNvSpPr/>
          <p:nvPr/>
        </p:nvSpPr>
        <p:spPr>
          <a:xfrm rot="18302736">
            <a:off x="36730115" y="18925132"/>
            <a:ext cx="18928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eg0208"/>
          <p:cNvSpPr/>
          <p:nvPr/>
        </p:nvSpPr>
        <p:spPr>
          <a:xfrm rot="8392899">
            <a:off x="36547410" y="19913800"/>
            <a:ext cx="6637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eg0209"/>
          <p:cNvSpPr/>
          <p:nvPr/>
        </p:nvSpPr>
        <p:spPr>
          <a:xfrm rot="9558714">
            <a:off x="32485701" y="20883265"/>
            <a:ext cx="427771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eg0210"/>
          <p:cNvSpPr/>
          <p:nvPr/>
        </p:nvSpPr>
        <p:spPr>
          <a:xfrm rot="16632395">
            <a:off x="32481992" y="21763728"/>
            <a:ext cx="25168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eg0211"/>
          <p:cNvSpPr/>
          <p:nvPr/>
        </p:nvSpPr>
        <p:spPr>
          <a:xfrm rot="9517853">
            <a:off x="31213078" y="22148749"/>
            <a:ext cx="14280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eg0212"/>
          <p:cNvSpPr/>
          <p:nvPr/>
        </p:nvSpPr>
        <p:spPr>
          <a:xfrm rot="19152480">
            <a:off x="31226150" y="22312060"/>
            <a:ext cx="2965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eg0213"/>
          <p:cNvSpPr/>
          <p:nvPr/>
        </p:nvSpPr>
        <p:spPr>
          <a:xfrm rot="17433959">
            <a:off x="31146896" y="21724821"/>
            <a:ext cx="104751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eg0214"/>
          <p:cNvSpPr/>
          <p:nvPr/>
        </p:nvSpPr>
        <p:spPr>
          <a:xfrm rot="15583838">
            <a:off x="32708094" y="20367001"/>
            <a:ext cx="2249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eg0215"/>
          <p:cNvSpPr/>
          <p:nvPr/>
        </p:nvSpPr>
        <p:spPr>
          <a:xfrm rot="18114818">
            <a:off x="32680655" y="20040419"/>
            <a:ext cx="5086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eg0216"/>
          <p:cNvSpPr/>
          <p:nvPr/>
        </p:nvSpPr>
        <p:spPr>
          <a:xfrm rot="19368719">
            <a:off x="33027905" y="19701089"/>
            <a:ext cx="4084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eg0217"/>
          <p:cNvSpPr/>
          <p:nvPr/>
        </p:nvSpPr>
        <p:spPr>
          <a:xfrm rot="16528639">
            <a:off x="35775287" y="17113549"/>
            <a:ext cx="4775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eg0218"/>
          <p:cNvSpPr/>
          <p:nvPr/>
        </p:nvSpPr>
        <p:spPr>
          <a:xfrm rot="9417656">
            <a:off x="36023071" y="16808335"/>
            <a:ext cx="3451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eg0219"/>
          <p:cNvSpPr/>
          <p:nvPr/>
        </p:nvSpPr>
        <p:spPr>
          <a:xfrm rot="14950134">
            <a:off x="36228480" y="16923550"/>
            <a:ext cx="39108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eg0220"/>
          <p:cNvSpPr/>
          <p:nvPr/>
        </p:nvSpPr>
        <p:spPr>
          <a:xfrm rot="5489270">
            <a:off x="27888064" y="28143059"/>
            <a:ext cx="90109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eg0221"/>
          <p:cNvSpPr/>
          <p:nvPr/>
        </p:nvSpPr>
        <p:spPr>
          <a:xfrm rot="18644094">
            <a:off x="27377015" y="29029008"/>
            <a:ext cx="114961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eg0222"/>
          <p:cNvSpPr/>
          <p:nvPr/>
        </p:nvSpPr>
        <p:spPr>
          <a:xfrm rot="17555042">
            <a:off x="26969156" y="29869881"/>
            <a:ext cx="8779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eg0223"/>
          <p:cNvSpPr/>
          <p:nvPr/>
        </p:nvSpPr>
        <p:spPr>
          <a:xfrm rot="9812873">
            <a:off x="27193339" y="29955532"/>
            <a:ext cx="22574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eg0224"/>
          <p:cNvSpPr/>
          <p:nvPr/>
        </p:nvSpPr>
        <p:spPr>
          <a:xfrm rot="17645421">
            <a:off x="29077487" y="29847906"/>
            <a:ext cx="4645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eg0225"/>
          <p:cNvSpPr/>
          <p:nvPr/>
        </p:nvSpPr>
        <p:spPr>
          <a:xfrm rot="14480810">
            <a:off x="29077494" y="30291700"/>
            <a:ext cx="5281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eg0226"/>
          <p:cNvSpPr/>
          <p:nvPr/>
        </p:nvSpPr>
        <p:spPr>
          <a:xfrm rot="8239987">
            <a:off x="28979054" y="30714498"/>
            <a:ext cx="56378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eg0227"/>
          <p:cNvSpPr/>
          <p:nvPr/>
        </p:nvSpPr>
        <p:spPr>
          <a:xfrm rot="21540142">
            <a:off x="29053649" y="30903279"/>
            <a:ext cx="2602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eg0228"/>
          <p:cNvSpPr/>
          <p:nvPr/>
        </p:nvSpPr>
        <p:spPr>
          <a:xfrm rot="18292628">
            <a:off x="29256409" y="30790879"/>
            <a:ext cx="2684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eg0229"/>
          <p:cNvSpPr/>
          <p:nvPr/>
        </p:nvSpPr>
        <p:spPr>
          <a:xfrm rot="1783868">
            <a:off x="29452190" y="30738133"/>
            <a:ext cx="2314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eg0230"/>
          <p:cNvSpPr/>
          <p:nvPr/>
        </p:nvSpPr>
        <p:spPr>
          <a:xfrm rot="7631573">
            <a:off x="29410161" y="30923730"/>
            <a:ext cx="3218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eg0231"/>
          <p:cNvSpPr/>
          <p:nvPr/>
        </p:nvSpPr>
        <p:spPr>
          <a:xfrm rot="10544761">
            <a:off x="29228271" y="31061057"/>
            <a:ext cx="24588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eg0232"/>
          <p:cNvSpPr/>
          <p:nvPr/>
        </p:nvSpPr>
        <p:spPr>
          <a:xfrm rot="6631261">
            <a:off x="29020478" y="31214506"/>
            <a:ext cx="3082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eg0233"/>
          <p:cNvSpPr/>
          <p:nvPr/>
        </p:nvSpPr>
        <p:spPr>
          <a:xfrm rot="713392">
            <a:off x="29112629" y="31435041"/>
            <a:ext cx="7397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eg0234"/>
          <p:cNvSpPr/>
          <p:nvPr/>
        </p:nvSpPr>
        <p:spPr>
          <a:xfrm rot="7860168">
            <a:off x="29572400" y="31635215"/>
            <a:ext cx="3285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eg0235"/>
          <p:cNvSpPr/>
          <p:nvPr/>
        </p:nvSpPr>
        <p:spPr>
          <a:xfrm rot="11345904">
            <a:off x="28895513" y="31700831"/>
            <a:ext cx="73802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eg0236"/>
          <p:cNvSpPr/>
          <p:nvPr/>
        </p:nvSpPr>
        <p:spPr>
          <a:xfrm rot="16846595">
            <a:off x="28819482" y="31545001"/>
            <a:ext cx="1984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eg0237"/>
          <p:cNvSpPr/>
          <p:nvPr/>
        </p:nvSpPr>
        <p:spPr>
          <a:xfrm rot="7701035">
            <a:off x="28463109" y="31676991"/>
            <a:ext cx="5852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eg0238"/>
          <p:cNvSpPr/>
          <p:nvPr/>
        </p:nvSpPr>
        <p:spPr>
          <a:xfrm rot="10805804">
            <a:off x="28067803" y="31906031"/>
            <a:ext cx="5063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eg0239"/>
          <p:cNvSpPr/>
          <p:nvPr/>
        </p:nvSpPr>
        <p:spPr>
          <a:xfrm rot="8220568">
            <a:off x="27688075" y="32055146"/>
            <a:ext cx="43861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eg0240"/>
          <p:cNvSpPr/>
          <p:nvPr/>
        </p:nvSpPr>
        <p:spPr>
          <a:xfrm rot="12274354">
            <a:off x="26582464" y="31951078"/>
            <a:ext cx="121973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eg0241"/>
          <p:cNvSpPr/>
          <p:nvPr/>
        </p:nvSpPr>
        <p:spPr>
          <a:xfrm rot="8457789">
            <a:off x="25972585" y="31933236"/>
            <a:ext cx="7486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eg0242"/>
          <p:cNvSpPr/>
          <p:nvPr/>
        </p:nvSpPr>
        <p:spPr>
          <a:xfrm rot="10782991">
            <a:off x="25008837" y="32171596"/>
            <a:ext cx="104732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eg0243"/>
          <p:cNvSpPr/>
          <p:nvPr/>
        </p:nvSpPr>
        <p:spPr>
          <a:xfrm rot="9625828">
            <a:off x="24205707" y="32312693"/>
            <a:ext cx="8270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eg0244"/>
          <p:cNvSpPr/>
          <p:nvPr/>
        </p:nvSpPr>
        <p:spPr>
          <a:xfrm rot="6973189">
            <a:off x="23762703" y="31700819"/>
            <a:ext cx="167289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eg0245"/>
          <p:cNvSpPr/>
          <p:nvPr/>
        </p:nvSpPr>
        <p:spPr>
          <a:xfrm rot="4457886">
            <a:off x="24267519" y="30419194"/>
            <a:ext cx="11036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Seg0246"/>
          <p:cNvSpPr/>
          <p:nvPr/>
        </p:nvSpPr>
        <p:spPr>
          <a:xfrm rot="17153627">
            <a:off x="24210620" y="29279488"/>
            <a:ext cx="126529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Seg0247"/>
          <p:cNvSpPr/>
          <p:nvPr/>
        </p:nvSpPr>
        <p:spPr>
          <a:xfrm rot="3241242">
            <a:off x="45892491" y="6368211"/>
            <a:ext cx="39348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Seg0248"/>
          <p:cNvSpPr/>
          <p:nvPr/>
        </p:nvSpPr>
        <p:spPr>
          <a:xfrm rot="4774528">
            <a:off x="44328354" y="4838793"/>
            <a:ext cx="27864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eg0249"/>
          <p:cNvSpPr/>
          <p:nvPr/>
        </p:nvSpPr>
        <p:spPr>
          <a:xfrm rot="17541569">
            <a:off x="45200817" y="3067575"/>
            <a:ext cx="86721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eg0250"/>
          <p:cNvSpPr/>
          <p:nvPr/>
        </p:nvSpPr>
        <p:spPr>
          <a:xfrm rot="16168672">
            <a:off x="45064095" y="1937956"/>
            <a:ext cx="14572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eg0251"/>
          <p:cNvSpPr/>
          <p:nvPr/>
        </p:nvSpPr>
        <p:spPr>
          <a:xfrm rot="16860173">
            <a:off x="45261305" y="572689"/>
            <a:ext cx="129715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eg0252"/>
          <p:cNvSpPr/>
          <p:nvPr/>
        </p:nvSpPr>
        <p:spPr>
          <a:xfrm rot="2922627">
            <a:off x="45961837" y="94717"/>
            <a:ext cx="4223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eg0253"/>
          <p:cNvSpPr/>
          <p:nvPr/>
        </p:nvSpPr>
        <p:spPr>
          <a:xfrm rot="18565168">
            <a:off x="46212727" y="42486"/>
            <a:ext cx="5460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eg0254"/>
          <p:cNvSpPr/>
          <p:nvPr/>
        </p:nvSpPr>
        <p:spPr>
          <a:xfrm rot="2332693">
            <a:off x="46608610" y="-25314"/>
            <a:ext cx="4560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eg0255"/>
          <p:cNvSpPr/>
          <p:nvPr/>
        </p:nvSpPr>
        <p:spPr>
          <a:xfrm rot="4686883">
            <a:off x="46235659" y="1077156"/>
            <a:ext cx="19607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eg0256"/>
          <p:cNvSpPr/>
          <p:nvPr/>
        </p:nvSpPr>
        <p:spPr>
          <a:xfrm rot="21587688">
            <a:off x="47417944" y="2036095"/>
            <a:ext cx="2331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eg0257"/>
          <p:cNvSpPr/>
          <p:nvPr/>
        </p:nvSpPr>
        <p:spPr>
          <a:xfrm rot="4860267">
            <a:off x="47458210" y="2261549"/>
            <a:ext cx="45736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eg0258"/>
          <p:cNvSpPr/>
          <p:nvPr/>
        </p:nvSpPr>
        <p:spPr>
          <a:xfrm rot="957246">
            <a:off x="47717878" y="2521471"/>
            <a:ext cx="24776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eg0259"/>
          <p:cNvSpPr/>
          <p:nvPr/>
        </p:nvSpPr>
        <p:spPr>
          <a:xfrm rot="3818705">
            <a:off x="47827346" y="2770695"/>
            <a:ext cx="4802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eg0260"/>
          <p:cNvSpPr/>
          <p:nvPr/>
        </p:nvSpPr>
        <p:spPr>
          <a:xfrm rot="7153938">
            <a:off x="47344971" y="3471987"/>
            <a:ext cx="111412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Seg0261"/>
          <p:cNvSpPr/>
          <p:nvPr/>
        </p:nvSpPr>
        <p:spPr>
          <a:xfrm rot="13637984">
            <a:off x="47441427" y="3875530"/>
            <a:ext cx="2247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Seg0262"/>
          <p:cNvSpPr/>
          <p:nvPr/>
        </p:nvSpPr>
        <p:spPr>
          <a:xfrm rot="4223100">
            <a:off x="47405933" y="3894560"/>
            <a:ext cx="2157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Seg0263"/>
          <p:cNvSpPr/>
          <p:nvPr/>
        </p:nvSpPr>
        <p:spPr>
          <a:xfrm rot="7556234">
            <a:off x="47378797" y="4083525"/>
            <a:ext cx="21578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Seg0264"/>
          <p:cNvSpPr/>
          <p:nvPr/>
        </p:nvSpPr>
        <p:spPr>
          <a:xfrm rot="11361545">
            <a:off x="47007000" y="4136799"/>
            <a:ext cx="4191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Seg0265"/>
          <p:cNvSpPr/>
          <p:nvPr/>
        </p:nvSpPr>
        <p:spPr>
          <a:xfrm rot="5165040">
            <a:off x="46749876" y="4381031"/>
            <a:ext cx="5579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Seg0266"/>
          <p:cNvSpPr/>
          <p:nvPr/>
        </p:nvSpPr>
        <p:spPr>
          <a:xfrm rot="7289357">
            <a:off x="46442611" y="4998394"/>
            <a:ext cx="7952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Seg0267"/>
          <p:cNvSpPr/>
          <p:nvPr/>
        </p:nvSpPr>
        <p:spPr>
          <a:xfrm rot="13090157">
            <a:off x="46453740" y="5275585"/>
            <a:ext cx="20019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Seg0268"/>
          <p:cNvSpPr/>
          <p:nvPr/>
        </p:nvSpPr>
        <p:spPr>
          <a:xfrm rot="6097667">
            <a:off x="45669370" y="5870573"/>
            <a:ext cx="13412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Seg0269"/>
          <p:cNvSpPr/>
          <p:nvPr/>
        </p:nvSpPr>
        <p:spPr>
          <a:xfrm rot="20106843">
            <a:off x="43028086" y="15417671"/>
            <a:ext cx="1877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Seg0270"/>
          <p:cNvSpPr/>
          <p:nvPr/>
        </p:nvSpPr>
        <p:spPr>
          <a:xfrm rot="20107271">
            <a:off x="43006580" y="15426557"/>
            <a:ext cx="2346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Seg0271"/>
          <p:cNvSpPr/>
          <p:nvPr/>
        </p:nvSpPr>
        <p:spPr>
          <a:xfrm rot="9307081">
            <a:off x="43005708" y="15422607"/>
            <a:ext cx="4223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Seg0272"/>
          <p:cNvSpPr/>
          <p:nvPr/>
        </p:nvSpPr>
        <p:spPr>
          <a:xfrm rot="20147380">
            <a:off x="40198868" y="13497062"/>
            <a:ext cx="304372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Seg0273"/>
          <p:cNvSpPr/>
          <p:nvPr/>
        </p:nvSpPr>
        <p:spPr>
          <a:xfrm rot="6052145">
            <a:off x="43354174" y="14712750"/>
            <a:ext cx="6618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Seg0274"/>
          <p:cNvSpPr/>
          <p:nvPr/>
        </p:nvSpPr>
        <p:spPr>
          <a:xfrm rot="8459445">
            <a:off x="43062761" y="15236097"/>
            <a:ext cx="6302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Seg0275"/>
          <p:cNvSpPr/>
          <p:nvPr/>
        </p:nvSpPr>
        <p:spPr>
          <a:xfrm rot="16326770">
            <a:off x="42926462" y="15220124"/>
            <a:ext cx="42891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Seg0276"/>
          <p:cNvSpPr/>
          <p:nvPr/>
        </p:nvSpPr>
        <p:spPr>
          <a:xfrm rot="14033786">
            <a:off x="42979181" y="14919563"/>
            <a:ext cx="2134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Seg0277"/>
          <p:cNvSpPr/>
          <p:nvPr/>
        </p:nvSpPr>
        <p:spPr>
          <a:xfrm rot="8366481">
            <a:off x="42796200" y="14917129"/>
            <a:ext cx="2577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Seg0278"/>
          <p:cNvSpPr/>
          <p:nvPr/>
        </p:nvSpPr>
        <p:spPr>
          <a:xfrm rot="16038909">
            <a:off x="42225792" y="14427105"/>
            <a:ext cx="11489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Seg0279"/>
          <p:cNvSpPr/>
          <p:nvPr/>
        </p:nvSpPr>
        <p:spPr>
          <a:xfrm rot="17211622">
            <a:off x="42519407" y="13510957"/>
            <a:ext cx="7153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Seg0280"/>
          <p:cNvSpPr/>
          <p:nvPr/>
        </p:nvSpPr>
        <p:spPr>
          <a:xfrm rot="7213590">
            <a:off x="42560294" y="13410339"/>
            <a:ext cx="5594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Seg0281"/>
          <p:cNvSpPr/>
          <p:nvPr/>
        </p:nvSpPr>
        <p:spPr>
          <a:xfrm rot="5899451">
            <a:off x="42219494" y="14066658"/>
            <a:ext cx="8380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Seg0282"/>
          <p:cNvSpPr/>
          <p:nvPr/>
        </p:nvSpPr>
        <p:spPr>
          <a:xfrm rot="4740867">
            <a:off x="42198191" y="14941749"/>
            <a:ext cx="9381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Seg0283"/>
          <p:cNvSpPr/>
          <p:nvPr/>
        </p:nvSpPr>
        <p:spPr>
          <a:xfrm rot="12624379">
            <a:off x="42192868" y="15249009"/>
            <a:ext cx="6054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Seg0284"/>
          <p:cNvSpPr/>
          <p:nvPr/>
        </p:nvSpPr>
        <p:spPr>
          <a:xfrm rot="7623627">
            <a:off x="42045171" y="15190076"/>
            <a:ext cx="23627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Seg0285"/>
          <p:cNvSpPr/>
          <p:nvPr/>
        </p:nvSpPr>
        <p:spPr>
          <a:xfrm rot="17038001">
            <a:off x="41756984" y="14855662"/>
            <a:ext cx="88349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Seg0286"/>
          <p:cNvSpPr/>
          <p:nvPr/>
        </p:nvSpPr>
        <p:spPr>
          <a:xfrm rot="11324404">
            <a:off x="41879070" y="14394399"/>
            <a:ext cx="42876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Seg0287"/>
          <p:cNvSpPr/>
          <p:nvPr/>
        </p:nvSpPr>
        <p:spPr>
          <a:xfrm rot="14655875">
            <a:off x="41386930" y="14051154"/>
            <a:ext cx="68975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Seg0288"/>
          <p:cNvSpPr/>
          <p:nvPr/>
        </p:nvSpPr>
        <p:spPr>
          <a:xfrm rot="9260400">
            <a:off x="40836955" y="13910178"/>
            <a:ext cx="7837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Seg0289"/>
          <p:cNvSpPr/>
          <p:nvPr/>
        </p:nvSpPr>
        <p:spPr>
          <a:xfrm rot="7509242">
            <a:off x="40110443" y="14476881"/>
            <a:ext cx="97115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Seg0290"/>
          <p:cNvSpPr/>
          <p:nvPr/>
        </p:nvSpPr>
        <p:spPr>
          <a:xfrm rot="5474368">
            <a:off x="39948125" y="14497526"/>
            <a:ext cx="7529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Seg0291"/>
          <p:cNvSpPr/>
          <p:nvPr/>
        </p:nvSpPr>
        <p:spPr>
          <a:xfrm rot="3611821">
            <a:off x="46032126" y="6943221"/>
            <a:ext cx="2591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Seg0292"/>
          <p:cNvSpPr/>
          <p:nvPr/>
        </p:nvSpPr>
        <p:spPr>
          <a:xfrm rot="5699320">
            <a:off x="45865636" y="7386031"/>
            <a:ext cx="6632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Seg0293"/>
          <p:cNvSpPr/>
          <p:nvPr/>
        </p:nvSpPr>
        <p:spPr>
          <a:xfrm rot="20723219">
            <a:off x="46165891" y="7696628"/>
            <a:ext cx="15677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Seg0294"/>
          <p:cNvSpPr/>
          <p:nvPr/>
        </p:nvSpPr>
        <p:spPr>
          <a:xfrm rot="3939643">
            <a:off x="46151012" y="7938960"/>
            <a:ext cx="5753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Seg0295"/>
          <p:cNvSpPr/>
          <p:nvPr/>
        </p:nvSpPr>
        <p:spPr>
          <a:xfrm rot="20105813">
            <a:off x="46536254" y="8105975"/>
            <a:ext cx="45165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Seg0296"/>
          <p:cNvSpPr/>
          <p:nvPr/>
        </p:nvSpPr>
        <p:spPr>
          <a:xfrm rot="5750293">
            <a:off x="46849987" y="8116461"/>
            <a:ext cx="2122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Seg0297"/>
          <p:cNvSpPr/>
          <p:nvPr/>
        </p:nvSpPr>
        <p:spPr>
          <a:xfrm rot="8405762">
            <a:off x="46107665" y="8526126"/>
            <a:ext cx="9480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Seg0298"/>
          <p:cNvSpPr/>
          <p:nvPr/>
        </p:nvSpPr>
        <p:spPr>
          <a:xfrm rot="14818469">
            <a:off x="45736768" y="8511811"/>
            <a:ext cx="6919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Seg0299"/>
          <p:cNvSpPr/>
          <p:nvPr/>
        </p:nvSpPr>
        <p:spPr>
          <a:xfrm rot="9402775">
            <a:off x="44441769" y="8503664"/>
            <a:ext cx="156957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Seg0300"/>
          <p:cNvSpPr/>
          <p:nvPr/>
        </p:nvSpPr>
        <p:spPr>
          <a:xfrm rot="16344641">
            <a:off x="43997005" y="8283358"/>
            <a:ext cx="106206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Seg0301"/>
          <p:cNvSpPr/>
          <p:nvPr/>
        </p:nvSpPr>
        <p:spPr>
          <a:xfrm rot="20284436">
            <a:off x="44498439" y="7484685"/>
            <a:ext cx="14360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Seg0302"/>
          <p:cNvSpPr/>
          <p:nvPr/>
        </p:nvSpPr>
        <p:spPr>
          <a:xfrm rot="17946419">
            <a:off x="45769127" y="7023680"/>
            <a:ext cx="4415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Seg0303"/>
          <p:cNvSpPr/>
          <p:nvPr/>
        </p:nvSpPr>
        <p:spPr>
          <a:xfrm rot="9507457">
            <a:off x="34772674" y="12845574"/>
            <a:ext cx="27392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Seg0304"/>
          <p:cNvSpPr/>
          <p:nvPr/>
        </p:nvSpPr>
        <p:spPr>
          <a:xfrm rot="17314740">
            <a:off x="34223053" y="12450816"/>
            <a:ext cx="18940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Seg0305"/>
          <p:cNvSpPr/>
          <p:nvPr/>
        </p:nvSpPr>
        <p:spPr>
          <a:xfrm rot="15880592">
            <a:off x="34696555" y="10846756"/>
            <a:ext cx="14188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Seg0306"/>
          <p:cNvSpPr/>
          <p:nvPr/>
        </p:nvSpPr>
        <p:spPr>
          <a:xfrm rot="16669461">
            <a:off x="34473281" y="9146203"/>
            <a:ext cx="20070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Seg0307"/>
          <p:cNvSpPr/>
          <p:nvPr/>
        </p:nvSpPr>
        <p:spPr>
          <a:xfrm rot="17757253">
            <a:off x="35326736" y="7693672"/>
            <a:ext cx="101955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Seg0308"/>
          <p:cNvSpPr/>
          <p:nvPr/>
        </p:nvSpPr>
        <p:spPr>
          <a:xfrm rot="5125605">
            <a:off x="35763255" y="7556324"/>
            <a:ext cx="6440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Seg0309"/>
          <p:cNvSpPr/>
          <p:nvPr/>
        </p:nvSpPr>
        <p:spPr>
          <a:xfrm rot="16898745">
            <a:off x="35342128" y="6933874"/>
            <a:ext cx="19265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Seg0310"/>
          <p:cNvSpPr/>
          <p:nvPr/>
        </p:nvSpPr>
        <p:spPr>
          <a:xfrm rot="453769">
            <a:off x="36497778" y="6022099"/>
            <a:ext cx="48153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Seg0311"/>
          <p:cNvSpPr/>
          <p:nvPr/>
        </p:nvSpPr>
        <p:spPr>
          <a:xfrm rot="2803603">
            <a:off x="36837236" y="6377839"/>
            <a:ext cx="89013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Seg0312"/>
          <p:cNvSpPr/>
          <p:nvPr/>
        </p:nvSpPr>
        <p:spPr>
          <a:xfrm rot="5383705">
            <a:off x="36913524" y="7378961"/>
            <a:ext cx="135415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Seg0313"/>
          <p:cNvSpPr/>
          <p:nvPr/>
        </p:nvSpPr>
        <p:spPr>
          <a:xfrm rot="6934256">
            <a:off x="37031611" y="8410267"/>
            <a:ext cx="7854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Seg0314"/>
          <p:cNvSpPr/>
          <p:nvPr/>
        </p:nvSpPr>
        <p:spPr>
          <a:xfrm rot="5798708">
            <a:off x="36945195" y="9040141"/>
            <a:ext cx="5550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Seg0315"/>
          <p:cNvSpPr/>
          <p:nvPr/>
        </p:nvSpPr>
        <p:spPr>
          <a:xfrm rot="1422077">
            <a:off x="37182945" y="9352191"/>
            <a:ext cx="1811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Seg0316"/>
          <p:cNvSpPr/>
          <p:nvPr/>
        </p:nvSpPr>
        <p:spPr>
          <a:xfrm rot="17869289">
            <a:off x="37057689" y="8893095"/>
            <a:ext cx="11205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Seg0317"/>
          <p:cNvSpPr/>
          <p:nvPr/>
        </p:nvSpPr>
        <p:spPr>
          <a:xfrm rot="3412642">
            <a:off x="37800908" y="8542614"/>
            <a:ext cx="3463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Seg0318"/>
          <p:cNvSpPr/>
          <p:nvPr/>
        </p:nvSpPr>
        <p:spPr>
          <a:xfrm rot="5269405">
            <a:off x="37120723" y="9672330"/>
            <a:ext cx="197079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Seg0319"/>
          <p:cNvSpPr/>
          <p:nvPr/>
        </p:nvSpPr>
        <p:spPr>
          <a:xfrm rot="10475688">
            <a:off x="37944177" y="10666429"/>
            <a:ext cx="19981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Seg0320"/>
          <p:cNvSpPr/>
          <p:nvPr/>
        </p:nvSpPr>
        <p:spPr>
          <a:xfrm rot="6455230">
            <a:off x="36806182" y="11509248"/>
            <a:ext cx="174854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Seg0321"/>
          <p:cNvSpPr/>
          <p:nvPr/>
        </p:nvSpPr>
        <p:spPr>
          <a:xfrm rot="4677497">
            <a:off x="35987817" y="6237922"/>
            <a:ext cx="2516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Seg0322"/>
          <p:cNvSpPr/>
          <p:nvPr/>
        </p:nvSpPr>
        <p:spPr>
          <a:xfrm rot="8574884">
            <a:off x="36042582" y="6393649"/>
            <a:ext cx="1082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Seg0323"/>
          <p:cNvSpPr/>
          <p:nvPr/>
        </p:nvSpPr>
        <p:spPr>
          <a:xfrm rot="16572451">
            <a:off x="35913826" y="6270571"/>
            <a:ext cx="3132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Seg0324"/>
          <p:cNvSpPr/>
          <p:nvPr/>
        </p:nvSpPr>
        <p:spPr>
          <a:xfrm rot="14300726">
            <a:off x="34586869" y="7646816"/>
            <a:ext cx="18509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Seg0325"/>
          <p:cNvSpPr/>
          <p:nvPr/>
        </p:nvSpPr>
        <p:spPr>
          <a:xfrm rot="17045116">
            <a:off x="34521056" y="7427293"/>
            <a:ext cx="29021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Seg0326"/>
          <p:cNvSpPr/>
          <p:nvPr/>
        </p:nvSpPr>
        <p:spPr>
          <a:xfrm rot="21410076">
            <a:off x="34544598" y="7290884"/>
            <a:ext cx="15699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Seg0327"/>
          <p:cNvSpPr/>
          <p:nvPr/>
        </p:nvSpPr>
        <p:spPr>
          <a:xfrm rot="5877553">
            <a:off x="34284189" y="6995730"/>
            <a:ext cx="6048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Seg0328"/>
          <p:cNvSpPr/>
          <p:nvPr/>
        </p:nvSpPr>
        <p:spPr>
          <a:xfrm rot="3763618">
            <a:off x="34301848" y="6497161"/>
            <a:ext cx="44796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Seg0329"/>
          <p:cNvSpPr/>
          <p:nvPr/>
        </p:nvSpPr>
        <p:spPr>
          <a:xfrm rot="1154382">
            <a:off x="33080914" y="6070571"/>
            <a:ext cx="138084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Seg0330"/>
          <p:cNvSpPr/>
          <p:nvPr/>
        </p:nvSpPr>
        <p:spPr>
          <a:xfrm rot="14773582">
            <a:off x="32802524" y="5636342"/>
            <a:ext cx="4517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Seg0331"/>
          <p:cNvSpPr/>
          <p:nvPr/>
        </p:nvSpPr>
        <p:spPr>
          <a:xfrm rot="18682474">
            <a:off x="32703062" y="4911031"/>
            <a:ext cx="138215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Seg0332"/>
          <p:cNvSpPr/>
          <p:nvPr/>
        </p:nvSpPr>
        <p:spPr>
          <a:xfrm rot="17806452">
            <a:off x="33548455" y="3901024"/>
            <a:ext cx="110086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Seg0333"/>
          <p:cNvSpPr/>
          <p:nvPr/>
        </p:nvSpPr>
        <p:spPr>
          <a:xfrm rot="2203846">
            <a:off x="34328756" y="3464079"/>
            <a:ext cx="1821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Seg0334"/>
          <p:cNvSpPr/>
          <p:nvPr/>
        </p:nvSpPr>
        <p:spPr>
          <a:xfrm rot="6192431">
            <a:off x="33737323" y="4117290"/>
            <a:ext cx="123000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Seg0335"/>
          <p:cNvSpPr/>
          <p:nvPr/>
        </p:nvSpPr>
        <p:spPr>
          <a:xfrm rot="19085683">
            <a:off x="34153466" y="4563645"/>
            <a:ext cx="4563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Seg0336"/>
          <p:cNvSpPr/>
          <p:nvPr/>
        </p:nvSpPr>
        <p:spPr>
          <a:xfrm rot="3689160">
            <a:off x="34367040" y="4721264"/>
            <a:ext cx="7055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Seg0337"/>
          <p:cNvSpPr/>
          <p:nvPr/>
        </p:nvSpPr>
        <p:spPr>
          <a:xfrm rot="513790">
            <a:off x="34885714" y="5065180"/>
            <a:ext cx="4555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Seg0338"/>
          <p:cNvSpPr/>
          <p:nvPr/>
        </p:nvSpPr>
        <p:spPr>
          <a:xfrm rot="18211042">
            <a:off x="35202805" y="4846124"/>
            <a:ext cx="6068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Seg0339"/>
          <p:cNvSpPr/>
          <p:nvPr/>
        </p:nvSpPr>
        <p:spPr>
          <a:xfrm rot="20016897">
            <a:off x="35633494" y="4421323"/>
            <a:ext cx="7733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Seg0340"/>
          <p:cNvSpPr/>
          <p:nvPr/>
        </p:nvSpPr>
        <p:spPr>
          <a:xfrm rot="5093248">
            <a:off x="36143845" y="4492994"/>
            <a:ext cx="48895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Seg0341"/>
          <p:cNvSpPr/>
          <p:nvPr/>
        </p:nvSpPr>
        <p:spPr>
          <a:xfrm rot="20217293">
            <a:off x="36385339" y="4615003"/>
            <a:ext cx="62073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Seg0342"/>
          <p:cNvSpPr/>
          <p:nvPr/>
        </p:nvSpPr>
        <p:spPr>
          <a:xfrm rot="4899367">
            <a:off x="36620053" y="4911612"/>
            <a:ext cx="84515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Seg0343"/>
          <p:cNvSpPr/>
          <p:nvPr/>
        </p:nvSpPr>
        <p:spPr>
          <a:xfrm rot="21343297">
            <a:off x="37103484" y="5317154"/>
            <a:ext cx="3368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Seg0344"/>
          <p:cNvSpPr/>
          <p:nvPr/>
        </p:nvSpPr>
        <p:spPr>
          <a:xfrm rot="9301271">
            <a:off x="36830855" y="5439476"/>
            <a:ext cx="6388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Seg0345"/>
          <p:cNvSpPr/>
          <p:nvPr/>
        </p:nvSpPr>
        <p:spPr>
          <a:xfrm rot="13145410">
            <a:off x="36642627" y="5496933"/>
            <a:ext cx="24559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Seg0346"/>
          <p:cNvSpPr/>
          <p:nvPr/>
        </p:nvSpPr>
        <p:spPr>
          <a:xfrm rot="5586413">
            <a:off x="36479095" y="5600437"/>
            <a:ext cx="36239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Seg0347"/>
          <p:cNvSpPr/>
          <p:nvPr/>
        </p:nvSpPr>
        <p:spPr>
          <a:xfrm rot="12479335">
            <a:off x="36086431" y="5640796"/>
            <a:ext cx="5990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Seg0348"/>
          <p:cNvSpPr/>
          <p:nvPr/>
        </p:nvSpPr>
        <p:spPr>
          <a:xfrm rot="7746231">
            <a:off x="35146855" y="5964004"/>
            <a:ext cx="11953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Seg0349"/>
          <p:cNvSpPr/>
          <p:nvPr/>
        </p:nvSpPr>
        <p:spPr>
          <a:xfrm rot="15212326">
            <a:off x="35190287" y="6295323"/>
            <a:ext cx="2762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Seg0350"/>
          <p:cNvSpPr/>
          <p:nvPr/>
        </p:nvSpPr>
        <p:spPr>
          <a:xfrm rot="6585400">
            <a:off x="34178390" y="6944228"/>
            <a:ext cx="16604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Seg0351"/>
          <p:cNvSpPr/>
          <p:nvPr/>
        </p:nvSpPr>
        <p:spPr>
          <a:xfrm rot="6793406">
            <a:off x="33549061" y="2405742"/>
            <a:ext cx="72501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Seg0352"/>
          <p:cNvSpPr/>
          <p:nvPr/>
        </p:nvSpPr>
        <p:spPr>
          <a:xfrm rot="9104363">
            <a:off x="33682394" y="2760586"/>
            <a:ext cx="916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Seg0353"/>
          <p:cNvSpPr/>
          <p:nvPr/>
        </p:nvSpPr>
        <p:spPr>
          <a:xfrm rot="17839362">
            <a:off x="33471783" y="2427450"/>
            <a:ext cx="7988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Seg0354"/>
          <p:cNvSpPr/>
          <p:nvPr/>
        </p:nvSpPr>
        <p:spPr>
          <a:xfrm rot="6894114">
            <a:off x="31036882" y="4408541"/>
            <a:ext cx="23825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Seg0355"/>
          <p:cNvSpPr/>
          <p:nvPr/>
        </p:nvSpPr>
        <p:spPr>
          <a:xfrm rot="16365960">
            <a:off x="31070397" y="6114259"/>
            <a:ext cx="125187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Seg0356"/>
          <p:cNvSpPr/>
          <p:nvPr/>
        </p:nvSpPr>
        <p:spPr>
          <a:xfrm rot="17831079">
            <a:off x="30962462" y="7169118"/>
            <a:ext cx="9660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Seg0357"/>
          <p:cNvSpPr/>
          <p:nvPr/>
        </p:nvSpPr>
        <p:spPr>
          <a:xfrm rot="15572333">
            <a:off x="30999023" y="7870050"/>
            <a:ext cx="5517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Seg0358"/>
          <p:cNvSpPr/>
          <p:nvPr/>
        </p:nvSpPr>
        <p:spPr>
          <a:xfrm rot="16834113">
            <a:off x="30438673" y="8877566"/>
            <a:ext cx="149788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Seg0359"/>
          <p:cNvSpPr/>
          <p:nvPr/>
        </p:nvSpPr>
        <p:spPr>
          <a:xfrm rot="14079554">
            <a:off x="30756792" y="10181644"/>
            <a:ext cx="139223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Seg0360"/>
          <p:cNvSpPr/>
          <p:nvPr/>
        </p:nvSpPr>
        <p:spPr>
          <a:xfrm rot="5265343">
            <a:off x="31432453" y="11189511"/>
            <a:ext cx="8807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Seg0361"/>
          <p:cNvSpPr/>
          <p:nvPr/>
        </p:nvSpPr>
        <p:spPr>
          <a:xfrm rot="9409389">
            <a:off x="27518340" y="12526001"/>
            <a:ext cx="45555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Seg0362"/>
          <p:cNvSpPr/>
          <p:nvPr/>
        </p:nvSpPr>
        <p:spPr>
          <a:xfrm rot="16948921">
            <a:off x="26075116" y="11395853"/>
            <a:ext cx="41513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Seg0363"/>
          <p:cNvSpPr/>
          <p:nvPr/>
        </p:nvSpPr>
        <p:spPr>
          <a:xfrm rot="4498532">
            <a:off x="28186605" y="9052620"/>
            <a:ext cx="65565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Seg0364"/>
          <p:cNvSpPr/>
          <p:nvPr/>
        </p:nvSpPr>
        <p:spPr>
          <a:xfrm rot="17685970">
            <a:off x="28241454" y="8442234"/>
            <a:ext cx="64704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Seg0365"/>
          <p:cNvSpPr/>
          <p:nvPr/>
        </p:nvSpPr>
        <p:spPr>
          <a:xfrm rot="16591186">
            <a:off x="28135331" y="7515024"/>
            <a:ext cx="12751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Seg0366"/>
          <p:cNvSpPr/>
          <p:nvPr/>
        </p:nvSpPr>
        <p:spPr>
          <a:xfrm rot="16041553">
            <a:off x="25273038" y="3470292"/>
            <a:ext cx="68298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Seg0367"/>
          <p:cNvSpPr/>
          <p:nvPr/>
        </p:nvSpPr>
        <p:spPr>
          <a:xfrm rot="718556">
            <a:off x="28516006" y="198258"/>
            <a:ext cx="13422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Seg0368"/>
          <p:cNvSpPr/>
          <p:nvPr/>
        </p:nvSpPr>
        <p:spPr>
          <a:xfrm rot="15902605">
            <a:off x="29357128" y="-108600"/>
            <a:ext cx="8955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Seg0369"/>
          <p:cNvSpPr/>
          <p:nvPr/>
        </p:nvSpPr>
        <p:spPr>
          <a:xfrm rot="1302484">
            <a:off x="29761371" y="-529389"/>
            <a:ext cx="1369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Seg0370"/>
          <p:cNvSpPr/>
          <p:nvPr/>
        </p:nvSpPr>
        <p:spPr>
          <a:xfrm rot="4736401">
            <a:off x="29316433" y="196655"/>
            <a:ext cx="14279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Seg0371"/>
          <p:cNvSpPr/>
          <p:nvPr/>
        </p:nvSpPr>
        <p:spPr>
          <a:xfrm rot="2795111">
            <a:off x="30032693" y="1210231"/>
            <a:ext cx="8613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Seg0372"/>
          <p:cNvSpPr/>
          <p:nvPr/>
        </p:nvSpPr>
        <p:spPr>
          <a:xfrm rot="20189038">
            <a:off x="30737101" y="1415987"/>
            <a:ext cx="5368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Seg0373"/>
          <p:cNvSpPr/>
          <p:nvPr/>
        </p:nvSpPr>
        <p:spPr>
          <a:xfrm rot="3833895">
            <a:off x="30983228" y="1739286"/>
            <a:ext cx="95855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Seg0374"/>
          <p:cNvSpPr/>
          <p:nvPr/>
        </p:nvSpPr>
        <p:spPr>
          <a:xfrm rot="18110192">
            <a:off x="31590361" y="2020432"/>
            <a:ext cx="3513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Seg0375"/>
          <p:cNvSpPr/>
          <p:nvPr/>
        </p:nvSpPr>
        <p:spPr>
          <a:xfrm rot="3788890">
            <a:off x="31658399" y="2197120"/>
            <a:ext cx="7306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Seg0376"/>
          <p:cNvSpPr/>
          <p:nvPr/>
        </p:nvSpPr>
        <p:spPr>
          <a:xfrm rot="18885841">
            <a:off x="32096921" y="2302662"/>
            <a:ext cx="6208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Seg0377"/>
          <p:cNvSpPr/>
          <p:nvPr/>
        </p:nvSpPr>
        <p:spPr>
          <a:xfrm rot="4631007">
            <a:off x="32507260" y="2230957"/>
            <a:ext cx="30498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Seg0378"/>
          <p:cNvSpPr/>
          <p:nvPr/>
        </p:nvSpPr>
        <p:spPr>
          <a:xfrm rot="442931">
            <a:off x="32690599" y="2425850"/>
            <a:ext cx="7191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Seg0379"/>
          <p:cNvSpPr/>
          <p:nvPr/>
        </p:nvSpPr>
        <p:spPr>
          <a:xfrm rot="7700466">
            <a:off x="32522568" y="2900042"/>
            <a:ext cx="10913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Seg0380"/>
          <p:cNvSpPr/>
          <p:nvPr/>
        </p:nvSpPr>
        <p:spPr>
          <a:xfrm rot="20567110">
            <a:off x="29836463" y="24461072"/>
            <a:ext cx="235196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Seg0381"/>
          <p:cNvSpPr/>
          <p:nvPr/>
        </p:nvSpPr>
        <p:spPr>
          <a:xfrm rot="6337396">
            <a:off x="29510667" y="26104737"/>
            <a:ext cx="413622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Seg0382"/>
          <p:cNvSpPr/>
          <p:nvPr/>
        </p:nvSpPr>
        <p:spPr>
          <a:xfrm rot="10076149">
            <a:off x="30276437" y="29966928"/>
            <a:ext cx="50025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Seg0383"/>
          <p:cNvSpPr/>
          <p:nvPr/>
        </p:nvSpPr>
        <p:spPr>
          <a:xfrm rot="8892903">
            <a:off x="29396437" y="30271329"/>
            <a:ext cx="9573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Seg0384"/>
          <p:cNvSpPr/>
          <p:nvPr/>
        </p:nvSpPr>
        <p:spPr>
          <a:xfrm rot="15670512">
            <a:off x="28060142" y="28364904"/>
            <a:ext cx="46258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Seg0385"/>
          <p:cNvSpPr/>
          <p:nvPr/>
        </p:nvSpPr>
        <p:spPr>
          <a:xfrm rot="17323215">
            <a:off x="27890827" y="27627104"/>
            <a:ext cx="10753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Seg0386"/>
          <p:cNvSpPr/>
          <p:nvPr/>
        </p:nvSpPr>
        <p:spPr>
          <a:xfrm rot="18190732">
            <a:off x="27850032" y="25912141"/>
            <a:ext cx="263578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Seg0387"/>
          <p:cNvSpPr/>
          <p:nvPr/>
        </p:nvSpPr>
        <p:spPr>
          <a:xfrm rot="2290292">
            <a:off x="30360880" y="17143516"/>
            <a:ext cx="36462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Seg0388"/>
          <p:cNvSpPr/>
          <p:nvPr/>
        </p:nvSpPr>
        <p:spPr>
          <a:xfrm rot="6046165">
            <a:off x="30053475" y="17780175"/>
            <a:ext cx="10667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Seg0389"/>
          <p:cNvSpPr/>
          <p:nvPr/>
        </p:nvSpPr>
        <p:spPr>
          <a:xfrm rot="5780262">
            <a:off x="30636705" y="19050805"/>
            <a:ext cx="49144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Seg0390"/>
          <p:cNvSpPr/>
          <p:nvPr/>
        </p:nvSpPr>
        <p:spPr>
          <a:xfrm rot="21001733">
            <a:off x="30851553" y="19252057"/>
            <a:ext cx="4962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Seg0391"/>
          <p:cNvSpPr/>
          <p:nvPr/>
        </p:nvSpPr>
        <p:spPr>
          <a:xfrm rot="6116191">
            <a:off x="31160784" y="21025584"/>
            <a:ext cx="6141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Seg0392"/>
          <p:cNvSpPr/>
          <p:nvPr/>
        </p:nvSpPr>
        <p:spPr>
          <a:xfrm rot="2685705">
            <a:off x="31346712" y="21465982"/>
            <a:ext cx="39753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Seg0393"/>
          <p:cNvSpPr/>
          <p:nvPr/>
        </p:nvSpPr>
        <p:spPr>
          <a:xfrm rot="6490149">
            <a:off x="31266026" y="21910571"/>
            <a:ext cx="6412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Seg0394"/>
          <p:cNvSpPr/>
          <p:nvPr/>
        </p:nvSpPr>
        <p:spPr>
          <a:xfrm rot="8706405">
            <a:off x="31104945" y="22335161"/>
            <a:ext cx="4194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Seg0395"/>
          <p:cNvSpPr/>
          <p:nvPr/>
        </p:nvSpPr>
        <p:spPr>
          <a:xfrm rot="6845657">
            <a:off x="30548598" y="22840211"/>
            <a:ext cx="8436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Seg0396"/>
          <p:cNvSpPr/>
          <p:nvPr/>
        </p:nvSpPr>
        <p:spPr>
          <a:xfrm rot="17308978">
            <a:off x="24336362" y="22477183"/>
            <a:ext cx="41006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Seg0397"/>
          <p:cNvSpPr/>
          <p:nvPr/>
        </p:nvSpPr>
        <p:spPr>
          <a:xfrm rot="10633736">
            <a:off x="26809515" y="19577666"/>
            <a:ext cx="29468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Seg0398"/>
          <p:cNvSpPr/>
          <p:nvPr/>
        </p:nvSpPr>
        <p:spPr>
          <a:xfrm rot="15467107">
            <a:off x="26256237" y="19138329"/>
            <a:ext cx="9136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Seg0399"/>
          <p:cNvSpPr/>
          <p:nvPr/>
        </p:nvSpPr>
        <p:spPr>
          <a:xfrm rot="20177850">
            <a:off x="26442110" y="17861356"/>
            <a:ext cx="41320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Seg0400"/>
          <p:cNvSpPr/>
          <p:nvPr/>
        </p:nvSpPr>
        <p:spPr>
          <a:xfrm rot="5687743">
            <a:off x="7844699" y="3685419"/>
            <a:ext cx="369173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Seg0401"/>
          <p:cNvSpPr/>
          <p:nvPr/>
        </p:nvSpPr>
        <p:spPr>
          <a:xfrm rot="11221475">
            <a:off x="4966951" y="5244370"/>
            <a:ext cx="45865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Seg0402"/>
          <p:cNvSpPr/>
          <p:nvPr/>
        </p:nvSpPr>
        <p:spPr>
          <a:xfrm rot="5919018">
            <a:off x="4703356" y="5205235"/>
            <a:ext cx="4881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Seg0403"/>
          <p:cNvSpPr/>
          <p:nvPr/>
        </p:nvSpPr>
        <p:spPr>
          <a:xfrm rot="9036384">
            <a:off x="4389693" y="5244467"/>
            <a:ext cx="36529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Seg0404"/>
          <p:cNvSpPr/>
          <p:nvPr/>
        </p:nvSpPr>
        <p:spPr>
          <a:xfrm rot="11147372">
            <a:off x="3633039" y="5294661"/>
            <a:ext cx="7821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Seg0405"/>
          <p:cNvSpPr/>
          <p:nvPr/>
        </p:nvSpPr>
        <p:spPr>
          <a:xfrm rot="15852506">
            <a:off x="3463104" y="5099838"/>
            <a:ext cx="3123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Seg0406"/>
          <p:cNvSpPr/>
          <p:nvPr/>
        </p:nvSpPr>
        <p:spPr>
          <a:xfrm rot="605865">
            <a:off x="2512045" y="1114707"/>
            <a:ext cx="40583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Seg0407"/>
          <p:cNvSpPr/>
          <p:nvPr/>
        </p:nvSpPr>
        <p:spPr>
          <a:xfrm rot="388844">
            <a:off x="6528367" y="1658248"/>
            <a:ext cx="33271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Seg0408"/>
          <p:cNvSpPr/>
          <p:nvPr/>
        </p:nvSpPr>
        <p:spPr>
          <a:xfrm rot="9223062">
            <a:off x="17920155" y="17175798"/>
            <a:ext cx="795882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Seg0409"/>
          <p:cNvSpPr/>
          <p:nvPr/>
        </p:nvSpPr>
        <p:spPr>
          <a:xfrm rot="12595868">
            <a:off x="25439076" y="15520448"/>
            <a:ext cx="4277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Seg0410"/>
          <p:cNvSpPr/>
          <p:nvPr/>
        </p:nvSpPr>
        <p:spPr>
          <a:xfrm rot="8804147">
            <a:off x="25763508" y="15376843"/>
            <a:ext cx="9127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Seg0411"/>
          <p:cNvSpPr/>
          <p:nvPr/>
        </p:nvSpPr>
        <p:spPr>
          <a:xfrm rot="1257452">
            <a:off x="26588221" y="15198094"/>
            <a:ext cx="40017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Seg0412"/>
          <p:cNvSpPr/>
          <p:nvPr/>
        </p:nvSpPr>
        <p:spPr>
          <a:xfrm rot="5048030">
            <a:off x="26485074" y="15812674"/>
            <a:ext cx="10917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Seg0413"/>
          <p:cNvSpPr/>
          <p:nvPr/>
        </p:nvSpPr>
        <p:spPr>
          <a:xfrm rot="6198550">
            <a:off x="25720768" y="17436226"/>
            <a:ext cx="22207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Seg0414"/>
          <p:cNvSpPr/>
          <p:nvPr/>
        </p:nvSpPr>
        <p:spPr>
          <a:xfrm rot="4751391">
            <a:off x="26179411" y="18995658"/>
            <a:ext cx="9750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Seg0415"/>
          <p:cNvSpPr/>
          <p:nvPr/>
        </p:nvSpPr>
        <p:spPr>
          <a:xfrm rot="18080523">
            <a:off x="17849369" y="21925742"/>
            <a:ext cx="17769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Seg0416"/>
          <p:cNvSpPr/>
          <p:nvPr/>
        </p:nvSpPr>
        <p:spPr>
          <a:xfrm rot="9712706">
            <a:off x="15797350" y="21709537"/>
            <a:ext cx="348917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Seg0417"/>
          <p:cNvSpPr/>
          <p:nvPr/>
        </p:nvSpPr>
        <p:spPr>
          <a:xfrm rot="18386776">
            <a:off x="15047636" y="20595011"/>
            <a:ext cx="41201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Seg0418"/>
          <p:cNvSpPr/>
          <p:nvPr/>
        </p:nvSpPr>
        <p:spPr>
          <a:xfrm rot="2271371">
            <a:off x="-15880619" y="15480514"/>
            <a:ext cx="1003627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Seg0419"/>
          <p:cNvSpPr/>
          <p:nvPr/>
        </p:nvSpPr>
        <p:spPr>
          <a:xfrm rot="4456247">
            <a:off x="-9673937" y="22222625"/>
            <a:ext cx="76101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Seg0420"/>
          <p:cNvSpPr/>
          <p:nvPr/>
        </p:nvSpPr>
        <p:spPr>
          <a:xfrm rot="8437423">
            <a:off x="-5006658" y="25945775"/>
            <a:ext cx="19097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Seg0421"/>
          <p:cNvSpPr/>
          <p:nvPr/>
        </p:nvSpPr>
        <p:spPr>
          <a:xfrm rot="4615306">
            <a:off x="-6417637" y="26201230"/>
            <a:ext cx="127005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Seg0422"/>
          <p:cNvSpPr/>
          <p:nvPr/>
        </p:nvSpPr>
        <p:spPr>
          <a:xfrm rot="6903879">
            <a:off x="45663262" y="6871998"/>
            <a:ext cx="7608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Seg0423"/>
          <p:cNvSpPr/>
          <p:nvPr/>
        </p:nvSpPr>
        <p:spPr>
          <a:xfrm rot="9495988">
            <a:off x="45068649" y="7372811"/>
            <a:ext cx="8438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Seg0424"/>
          <p:cNvSpPr/>
          <p:nvPr/>
        </p:nvSpPr>
        <p:spPr>
          <a:xfrm rot="16169838">
            <a:off x="43889817" y="6330782"/>
            <a:ext cx="23966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Seg0425"/>
          <p:cNvSpPr/>
          <p:nvPr/>
        </p:nvSpPr>
        <p:spPr>
          <a:xfrm rot="7032629">
            <a:off x="44920136" y="4874475"/>
            <a:ext cx="5803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Seg0426"/>
          <p:cNvSpPr/>
          <p:nvPr/>
        </p:nvSpPr>
        <p:spPr>
          <a:xfrm rot="16059426">
            <a:off x="44808952" y="4103822"/>
            <a:ext cx="102607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Seg0427"/>
          <p:cNvSpPr/>
          <p:nvPr/>
        </p:nvSpPr>
        <p:spPr>
          <a:xfrm rot="19436806">
            <a:off x="45281065" y="3529896"/>
            <a:ext cx="2083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Seg0428"/>
          <p:cNvSpPr/>
          <p:nvPr/>
        </p:nvSpPr>
        <p:spPr>
          <a:xfrm rot="1387687">
            <a:off x="43725192" y="10311203"/>
            <a:ext cx="65427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Seg0429"/>
          <p:cNvSpPr/>
          <p:nvPr/>
        </p:nvSpPr>
        <p:spPr>
          <a:xfrm rot="6233437">
            <a:off x="43815485" y="10860612"/>
            <a:ext cx="8671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Seg0430"/>
          <p:cNvSpPr/>
          <p:nvPr/>
        </p:nvSpPr>
        <p:spPr>
          <a:xfrm rot="273187">
            <a:off x="44144662" y="11289681"/>
            <a:ext cx="2054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Seg0431"/>
          <p:cNvSpPr/>
          <p:nvPr/>
        </p:nvSpPr>
        <p:spPr>
          <a:xfrm rot="5413253">
            <a:off x="43875561" y="11770253"/>
            <a:ext cx="9448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Seg0432"/>
          <p:cNvSpPr/>
          <p:nvPr/>
        </p:nvSpPr>
        <p:spPr>
          <a:xfrm rot="6533294">
            <a:off x="43431971" y="12896102"/>
            <a:ext cx="138123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Seg0433"/>
          <p:cNvSpPr/>
          <p:nvPr/>
        </p:nvSpPr>
        <p:spPr>
          <a:xfrm rot="13511629">
            <a:off x="43152007" y="13238629"/>
            <a:ext cx="87641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Seg0434"/>
          <p:cNvSpPr/>
          <p:nvPr/>
        </p:nvSpPr>
        <p:spPr>
          <a:xfrm rot="17754034">
            <a:off x="42939139" y="12381042"/>
            <a:ext cx="12154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Seg0435"/>
          <p:cNvSpPr/>
          <p:nvPr/>
        </p:nvSpPr>
        <p:spPr>
          <a:xfrm rot="13664306">
            <a:off x="43392320" y="11648508"/>
            <a:ext cx="5022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Seg0436"/>
          <p:cNvSpPr/>
          <p:nvPr/>
        </p:nvSpPr>
        <p:spPr>
          <a:xfrm rot="16239173">
            <a:off x="43186679" y="11171478"/>
            <a:ext cx="5823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Seg0437"/>
          <p:cNvSpPr/>
          <p:nvPr/>
        </p:nvSpPr>
        <p:spPr>
          <a:xfrm rot="17470765">
            <a:off x="43242277" y="10531504"/>
            <a:ext cx="7481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Seg0438"/>
          <p:cNvSpPr/>
          <p:nvPr/>
        </p:nvSpPr>
        <p:spPr>
          <a:xfrm rot="21487949">
            <a:off x="3971693" y="26956707"/>
            <a:ext cx="1066809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Seg0439"/>
          <p:cNvSpPr/>
          <p:nvPr/>
        </p:nvSpPr>
        <p:spPr>
          <a:xfrm rot="6803664">
            <a:off x="10689254" y="29376308"/>
            <a:ext cx="56514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Seg0440"/>
          <p:cNvSpPr/>
          <p:nvPr/>
        </p:nvSpPr>
        <p:spPr>
          <a:xfrm rot="10753988">
            <a:off x="6928461" y="32006309"/>
            <a:ext cx="54647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Seg0441"/>
          <p:cNvSpPr/>
          <p:nvPr/>
        </p:nvSpPr>
        <p:spPr>
          <a:xfrm rot="4018579">
            <a:off x="6861219" y="32144886"/>
            <a:ext cx="2216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Seg0442"/>
          <p:cNvSpPr/>
          <p:nvPr/>
        </p:nvSpPr>
        <p:spPr>
          <a:xfrm rot="11028689">
            <a:off x="4373195" y="32158977"/>
            <a:ext cx="26451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Seg0443"/>
          <p:cNvSpPr/>
          <p:nvPr/>
        </p:nvSpPr>
        <p:spPr>
          <a:xfrm rot="6074707">
            <a:off x="4121641" y="32279925"/>
            <a:ext cx="42590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Seg0444"/>
          <p:cNvSpPr/>
          <p:nvPr/>
        </p:nvSpPr>
        <p:spPr>
          <a:xfrm rot="11172713">
            <a:off x="2982035" y="32417650"/>
            <a:ext cx="13148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Seg0445"/>
          <p:cNvSpPr/>
          <p:nvPr/>
        </p:nvSpPr>
        <p:spPr>
          <a:xfrm rot="15724525">
            <a:off x="42678439" y="6123382"/>
            <a:ext cx="32902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Seg0446"/>
          <p:cNvSpPr/>
          <p:nvPr/>
        </p:nvSpPr>
        <p:spPr>
          <a:xfrm rot="5620825">
            <a:off x="44010066" y="8259465"/>
            <a:ext cx="10154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Seg0447"/>
          <p:cNvSpPr/>
          <p:nvPr/>
        </p:nvSpPr>
        <p:spPr>
          <a:xfrm rot="5016376">
            <a:off x="43933346" y="9383273"/>
            <a:ext cx="124200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Seg0448"/>
          <p:cNvSpPr/>
          <p:nvPr/>
        </p:nvSpPr>
        <p:spPr>
          <a:xfrm rot="1009654">
            <a:off x="44455773" y="10292292"/>
            <a:ext cx="39314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Seg0449"/>
          <p:cNvSpPr/>
          <p:nvPr/>
        </p:nvSpPr>
        <p:spPr>
          <a:xfrm rot="18804904">
            <a:off x="44697348" y="10016687"/>
            <a:ext cx="91551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Seg0450"/>
          <p:cNvSpPr/>
          <p:nvPr/>
        </p:nvSpPr>
        <p:spPr>
          <a:xfrm rot="2891926">
            <a:off x="45431987" y="9768506"/>
            <a:ext cx="2262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Seg0451"/>
          <p:cNvSpPr/>
          <p:nvPr/>
        </p:nvSpPr>
        <p:spPr>
          <a:xfrm rot="8099676">
            <a:off x="44125844" y="10472032"/>
            <a:ext cx="17511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Seg0452"/>
          <p:cNvSpPr/>
          <p:nvPr/>
        </p:nvSpPr>
        <p:spPr>
          <a:xfrm rot="16046101">
            <a:off x="44041673" y="10765463"/>
            <a:ext cx="65218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Seg0453"/>
          <p:cNvSpPr/>
          <p:nvPr/>
        </p:nvSpPr>
        <p:spPr>
          <a:xfrm rot="12125577">
            <a:off x="43574705" y="10287724"/>
            <a:ext cx="8081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Seg0454"/>
          <p:cNvSpPr/>
          <p:nvPr/>
        </p:nvSpPr>
        <p:spPr>
          <a:xfrm rot="14397881">
            <a:off x="43024826" y="9801387"/>
            <a:ext cx="7724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Seg0455"/>
          <p:cNvSpPr/>
          <p:nvPr/>
        </p:nvSpPr>
        <p:spPr>
          <a:xfrm rot="20200589">
            <a:off x="39975681" y="10136164"/>
            <a:ext cx="33801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Seg0456"/>
          <p:cNvSpPr/>
          <p:nvPr/>
        </p:nvSpPr>
        <p:spPr>
          <a:xfrm rot="16144910">
            <a:off x="39905016" y="10599851"/>
            <a:ext cx="41095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Seg0457"/>
          <p:cNvSpPr/>
          <p:nvPr/>
        </p:nvSpPr>
        <p:spPr>
          <a:xfrm rot="18019656">
            <a:off x="39805070" y="9867618"/>
            <a:ext cx="122059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Seg0458"/>
          <p:cNvSpPr/>
          <p:nvPr/>
        </p:nvSpPr>
        <p:spPr>
          <a:xfrm rot="15296381">
            <a:off x="40286366" y="9005752"/>
            <a:ext cx="6940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Seg0459"/>
          <p:cNvSpPr/>
          <p:nvPr/>
        </p:nvSpPr>
        <p:spPr>
          <a:xfrm rot="20034673">
            <a:off x="40451791" y="8276097"/>
            <a:ext cx="17944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Seg0460"/>
          <p:cNvSpPr/>
          <p:nvPr/>
        </p:nvSpPr>
        <p:spPr>
          <a:xfrm rot="18314514">
            <a:off x="42049213" y="7677579"/>
            <a:ext cx="4994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Seg0461"/>
          <p:cNvSpPr/>
          <p:nvPr/>
        </p:nvSpPr>
        <p:spPr>
          <a:xfrm rot="16252576">
            <a:off x="42110845" y="7136334"/>
            <a:ext cx="6746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Seg0462"/>
          <p:cNvSpPr/>
          <p:nvPr/>
        </p:nvSpPr>
        <p:spPr>
          <a:xfrm rot="14655260">
            <a:off x="42209351" y="6645822"/>
            <a:ext cx="3402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Seg0463"/>
          <p:cNvSpPr/>
          <p:nvPr/>
        </p:nvSpPr>
        <p:spPr>
          <a:xfrm rot="17681794">
            <a:off x="41905663" y="5868540"/>
            <a:ext cx="13737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Seg0464"/>
          <p:cNvSpPr/>
          <p:nvPr/>
        </p:nvSpPr>
        <p:spPr>
          <a:xfrm rot="18328322">
            <a:off x="42784083" y="5059224"/>
            <a:ext cx="4549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Seg0465"/>
          <p:cNvSpPr/>
          <p:nvPr/>
        </p:nvSpPr>
        <p:spPr>
          <a:xfrm rot="20295877">
            <a:off x="43107074" y="4683972"/>
            <a:ext cx="102615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Seg0466"/>
          <p:cNvSpPr/>
          <p:nvPr/>
        </p:nvSpPr>
        <p:spPr>
          <a:xfrm rot="20186319">
            <a:off x="38158349" y="18324399"/>
            <a:ext cx="525942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Seg0467"/>
          <p:cNvSpPr/>
          <p:nvPr/>
        </p:nvSpPr>
        <p:spPr>
          <a:xfrm rot="4667713">
            <a:off x="43000260" y="17518977"/>
            <a:ext cx="5028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Seg0468"/>
          <p:cNvSpPr/>
          <p:nvPr/>
        </p:nvSpPr>
        <p:spPr>
          <a:xfrm rot="8385330">
            <a:off x="42442141" y="18080820"/>
            <a:ext cx="9785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Seg0469"/>
          <p:cNvSpPr/>
          <p:nvPr/>
        </p:nvSpPr>
        <p:spPr>
          <a:xfrm rot="20113192">
            <a:off x="42520856" y="18228047"/>
            <a:ext cx="8057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Seg0470"/>
          <p:cNvSpPr/>
          <p:nvPr/>
        </p:nvSpPr>
        <p:spPr>
          <a:xfrm rot="4693355">
            <a:off x="43169899" y="18206314"/>
            <a:ext cx="3005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Seg0471"/>
          <p:cNvSpPr/>
          <p:nvPr/>
        </p:nvSpPr>
        <p:spPr>
          <a:xfrm rot="7072944">
            <a:off x="42805817" y="18681702"/>
            <a:ext cx="7427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Seg0472"/>
          <p:cNvSpPr/>
          <p:nvPr/>
        </p:nvSpPr>
        <p:spPr>
          <a:xfrm rot="9173711">
            <a:off x="42708418" y="19081095"/>
            <a:ext cx="3122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Seg0473"/>
          <p:cNvSpPr/>
          <p:nvPr/>
        </p:nvSpPr>
        <p:spPr>
          <a:xfrm rot="6005318">
            <a:off x="42579646" y="19274475"/>
            <a:ext cx="2483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Seg0474"/>
          <p:cNvSpPr/>
          <p:nvPr/>
        </p:nvSpPr>
        <p:spPr>
          <a:xfrm rot="2238782">
            <a:off x="42653897" y="19480143"/>
            <a:ext cx="2752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Seg0475"/>
          <p:cNvSpPr/>
          <p:nvPr/>
        </p:nvSpPr>
        <p:spPr>
          <a:xfrm rot="6690445">
            <a:off x="42572563" y="19787139"/>
            <a:ext cx="48061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Seg0476"/>
          <p:cNvSpPr/>
          <p:nvPr/>
        </p:nvSpPr>
        <p:spPr>
          <a:xfrm rot="9016906">
            <a:off x="42068170" y="20184920"/>
            <a:ext cx="7028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Seg0477"/>
          <p:cNvSpPr/>
          <p:nvPr/>
        </p:nvSpPr>
        <p:spPr>
          <a:xfrm rot="7402796">
            <a:off x="41356237" y="20767520"/>
            <a:ext cx="9781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Seg0478"/>
          <p:cNvSpPr/>
          <p:nvPr/>
        </p:nvSpPr>
        <p:spPr>
          <a:xfrm rot="6336258">
            <a:off x="41268859" y="21409201"/>
            <a:ext cx="48442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Seg0479"/>
          <p:cNvSpPr/>
          <p:nvPr/>
        </p:nvSpPr>
        <p:spPr>
          <a:xfrm rot="9416116">
            <a:off x="40922510" y="21749284"/>
            <a:ext cx="5452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Seg0480"/>
          <p:cNvSpPr/>
          <p:nvPr/>
        </p:nvSpPr>
        <p:spPr>
          <a:xfrm rot="2418909">
            <a:off x="39837778" y="21449889"/>
            <a:ext cx="12556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Seg0481"/>
          <p:cNvSpPr/>
          <p:nvPr/>
        </p:nvSpPr>
        <p:spPr>
          <a:xfrm rot="20265044">
            <a:off x="38957070" y="21246200"/>
            <a:ext cx="10696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Seg0482"/>
          <p:cNvSpPr/>
          <p:nvPr/>
        </p:nvSpPr>
        <p:spPr>
          <a:xfrm rot="3654742">
            <a:off x="38703133" y="21275969"/>
            <a:ext cx="39532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Seg0483"/>
          <p:cNvSpPr/>
          <p:nvPr/>
        </p:nvSpPr>
        <p:spPr>
          <a:xfrm rot="9249085">
            <a:off x="35644990" y="21828316"/>
            <a:ext cx="33261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Seg0484"/>
          <p:cNvSpPr/>
          <p:nvPr/>
        </p:nvSpPr>
        <p:spPr>
          <a:xfrm rot="6050831">
            <a:off x="35675642" y="22389182"/>
            <a:ext cx="3344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Seg0485"/>
          <p:cNvSpPr/>
          <p:nvPr/>
        </p:nvSpPr>
        <p:spPr>
          <a:xfrm rot="7748632">
            <a:off x="35719738" y="21899848"/>
            <a:ext cx="8384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Seg0486"/>
          <p:cNvSpPr/>
          <p:nvPr/>
        </p:nvSpPr>
        <p:spPr>
          <a:xfrm rot="8484161">
            <a:off x="36301329" y="21282750"/>
            <a:ext cx="9360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Seg0487"/>
          <p:cNvSpPr/>
          <p:nvPr/>
        </p:nvSpPr>
        <p:spPr>
          <a:xfrm rot="7410652">
            <a:off x="36992312" y="20724870"/>
            <a:ext cx="63782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Seg0488"/>
          <p:cNvSpPr/>
          <p:nvPr/>
        </p:nvSpPr>
        <p:spPr>
          <a:xfrm rot="9044099">
            <a:off x="37448115" y="20308917"/>
            <a:ext cx="6138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Seg0489"/>
          <p:cNvSpPr/>
          <p:nvPr/>
        </p:nvSpPr>
        <p:spPr>
          <a:xfrm rot="6861933">
            <a:off x="37770269" y="19767221"/>
            <a:ext cx="8598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Seg0490"/>
          <p:cNvSpPr/>
          <p:nvPr/>
        </p:nvSpPr>
        <p:spPr>
          <a:xfrm rot="5301636">
            <a:off x="24739072" y="3960613"/>
            <a:ext cx="780641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Seg0491"/>
          <p:cNvSpPr/>
          <p:nvPr/>
        </p:nvSpPr>
        <p:spPr>
          <a:xfrm rot="20149585">
            <a:off x="22776157" y="9142308"/>
            <a:ext cx="62519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Seg0492"/>
          <p:cNvSpPr/>
          <p:nvPr/>
        </p:nvSpPr>
        <p:spPr>
          <a:xfrm rot="16360056">
            <a:off x="16676199" y="3744423"/>
            <a:ext cx="1337043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Seg0493"/>
          <p:cNvSpPr/>
          <p:nvPr/>
        </p:nvSpPr>
        <p:spPr>
          <a:xfrm rot="1897978">
            <a:off x="23248686" y="-1437271"/>
            <a:ext cx="570579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Seg0494"/>
          <p:cNvSpPr/>
          <p:nvPr/>
        </p:nvSpPr>
        <p:spPr>
          <a:xfrm rot="5420299">
            <a:off x="38544180" y="12087613"/>
            <a:ext cx="20430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Seg0495"/>
          <p:cNvSpPr/>
          <p:nvPr/>
        </p:nvSpPr>
        <p:spPr>
          <a:xfrm rot="16814911">
            <a:off x="38671407" y="13851184"/>
            <a:ext cx="15081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Seg0496"/>
          <p:cNvSpPr/>
          <p:nvPr/>
        </p:nvSpPr>
        <p:spPr>
          <a:xfrm rot="17860749">
            <a:off x="38787286" y="14898038"/>
            <a:ext cx="68834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Seg0497"/>
          <p:cNvSpPr/>
          <p:nvPr/>
        </p:nvSpPr>
        <p:spPr>
          <a:xfrm rot="19121367">
            <a:off x="38534615" y="15367553"/>
            <a:ext cx="4990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Seg0498"/>
          <p:cNvSpPr/>
          <p:nvPr/>
        </p:nvSpPr>
        <p:spPr>
          <a:xfrm rot="17174900">
            <a:off x="38157679" y="15861628"/>
            <a:ext cx="68609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Seg0499"/>
          <p:cNvSpPr/>
          <p:nvPr/>
        </p:nvSpPr>
        <p:spPr>
          <a:xfrm rot="3512146">
            <a:off x="38249593" y="16104024"/>
            <a:ext cx="20388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Seg0500"/>
          <p:cNvSpPr/>
          <p:nvPr/>
        </p:nvSpPr>
        <p:spPr>
          <a:xfrm rot="17219602">
            <a:off x="37653536" y="16494248"/>
            <a:ext cx="9979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Seg0501"/>
          <p:cNvSpPr/>
          <p:nvPr/>
        </p:nvSpPr>
        <p:spPr>
          <a:xfrm rot="19809695">
            <a:off x="37771737" y="17034019"/>
            <a:ext cx="25161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Seg0502"/>
          <p:cNvSpPr/>
          <p:nvPr/>
        </p:nvSpPr>
        <p:spPr>
          <a:xfrm rot="14500195">
            <a:off x="37465705" y="16903974"/>
            <a:ext cx="4377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Seg0503"/>
          <p:cNvSpPr/>
          <p:nvPr/>
        </p:nvSpPr>
        <p:spPr>
          <a:xfrm rot="16505878">
            <a:off x="34182876" y="14849159"/>
            <a:ext cx="40695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Seg0504"/>
          <p:cNvSpPr/>
          <p:nvPr/>
        </p:nvSpPr>
        <p:spPr>
          <a:xfrm rot="20085713">
            <a:off x="36344746" y="12582548"/>
            <a:ext cx="11252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Seg0505"/>
          <p:cNvSpPr/>
          <p:nvPr/>
        </p:nvSpPr>
        <p:spPr>
          <a:xfrm rot="1172304">
            <a:off x="37394775" y="12467601"/>
            <a:ext cx="74719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Seg0506"/>
          <p:cNvSpPr/>
          <p:nvPr/>
        </p:nvSpPr>
        <p:spPr>
          <a:xfrm rot="19482293">
            <a:off x="38058121" y="12396609"/>
            <a:ext cx="6782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Seg0507"/>
          <p:cNvSpPr/>
          <p:nvPr/>
        </p:nvSpPr>
        <p:spPr>
          <a:xfrm rot="18501157">
            <a:off x="38399491" y="11633390"/>
            <a:ext cx="144676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Seg0508"/>
          <p:cNvSpPr/>
          <p:nvPr/>
        </p:nvSpPr>
        <p:spPr>
          <a:xfrm rot="20695732">
            <a:off x="14435164" y="25257438"/>
            <a:ext cx="117333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Seg0509"/>
          <p:cNvSpPr/>
          <p:nvPr/>
        </p:nvSpPr>
        <p:spPr>
          <a:xfrm rot="6372541">
            <a:off x="23077707" y="25900764"/>
            <a:ext cx="451708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Seg0510"/>
          <p:cNvSpPr/>
          <p:nvPr/>
        </p:nvSpPr>
        <p:spPr>
          <a:xfrm rot="11425605">
            <a:off x="23923133" y="27998117"/>
            <a:ext cx="7891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Seg0511"/>
          <p:cNvSpPr/>
          <p:nvPr/>
        </p:nvSpPr>
        <p:spPr>
          <a:xfrm rot="20105074">
            <a:off x="22339162" y="28278076"/>
            <a:ext cx="166811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Seg0512"/>
          <p:cNvSpPr/>
          <p:nvPr/>
        </p:nvSpPr>
        <p:spPr>
          <a:xfrm rot="762401">
            <a:off x="21784285" y="28559022"/>
            <a:ext cx="6403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Seg0513"/>
          <p:cNvSpPr/>
          <p:nvPr/>
        </p:nvSpPr>
        <p:spPr>
          <a:xfrm rot="19240047">
            <a:off x="21310574" y="28660698"/>
            <a:ext cx="54305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Seg0514"/>
          <p:cNvSpPr/>
          <p:nvPr/>
        </p:nvSpPr>
        <p:spPr>
          <a:xfrm rot="746060">
            <a:off x="20785929" y="28768945"/>
            <a:ext cx="59310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Seg0515"/>
          <p:cNvSpPr/>
          <p:nvPr/>
        </p:nvSpPr>
        <p:spPr>
          <a:xfrm rot="19462800">
            <a:off x="20471712" y="28808270"/>
            <a:ext cx="3543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Seg0516"/>
          <p:cNvSpPr/>
          <p:nvPr/>
        </p:nvSpPr>
        <p:spPr>
          <a:xfrm rot="2192027">
            <a:off x="20180271" y="28804310"/>
            <a:ext cx="35995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Seg0517"/>
          <p:cNvSpPr/>
          <p:nvPr/>
        </p:nvSpPr>
        <p:spPr>
          <a:xfrm rot="21129041">
            <a:off x="18866695" y="28789716"/>
            <a:ext cx="135528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Seg0518"/>
          <p:cNvSpPr/>
          <p:nvPr/>
        </p:nvSpPr>
        <p:spPr>
          <a:xfrm rot="5178732">
            <a:off x="18767302" y="28783115"/>
            <a:ext cx="1987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Seg0519"/>
          <p:cNvSpPr/>
          <p:nvPr/>
        </p:nvSpPr>
        <p:spPr>
          <a:xfrm rot="20794325">
            <a:off x="18230844" y="28758064"/>
            <a:ext cx="63814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Seg0520"/>
          <p:cNvSpPr/>
          <p:nvPr/>
        </p:nvSpPr>
        <p:spPr>
          <a:xfrm rot="1168512">
            <a:off x="17886442" y="28771560"/>
            <a:ext cx="36352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Seg0521"/>
          <p:cNvSpPr/>
          <p:nvPr/>
        </p:nvSpPr>
        <p:spPr>
          <a:xfrm rot="6805167">
            <a:off x="17152212" y="27576951"/>
            <a:ext cx="247163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Seg0522"/>
          <p:cNvSpPr/>
          <p:nvPr/>
        </p:nvSpPr>
        <p:spPr>
          <a:xfrm rot="10131634">
            <a:off x="14319044" y="26887637"/>
            <a:ext cx="460353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Seg0523"/>
          <p:cNvSpPr/>
          <p:nvPr/>
        </p:nvSpPr>
        <p:spPr>
          <a:xfrm rot="17792994">
            <a:off x="14192569" y="27057605"/>
            <a:ext cx="61422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Seg0524"/>
          <p:cNvSpPr/>
          <p:nvPr/>
        </p:nvSpPr>
        <p:spPr>
          <a:xfrm rot="3948246">
            <a:off x="-17378747" y="522404"/>
            <a:ext cx="7392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Seg0525"/>
          <p:cNvSpPr/>
          <p:nvPr/>
        </p:nvSpPr>
        <p:spPr>
          <a:xfrm rot="5628307">
            <a:off x="-17442418" y="1406696"/>
            <a:ext cx="10967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Seg0526"/>
          <p:cNvSpPr/>
          <p:nvPr/>
        </p:nvSpPr>
        <p:spPr>
          <a:xfrm rot="14451686">
            <a:off x="-17078082" y="2205193"/>
            <a:ext cx="57551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Seg0527"/>
          <p:cNvSpPr/>
          <p:nvPr/>
        </p:nvSpPr>
        <p:spPr>
          <a:xfrm rot="8841728">
            <a:off x="-16680034" y="2354672"/>
            <a:ext cx="3777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Seg0528"/>
          <p:cNvSpPr/>
          <p:nvPr/>
        </p:nvSpPr>
        <p:spPr>
          <a:xfrm rot="14272293">
            <a:off x="-16488239" y="2535185"/>
            <a:ext cx="6668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Seg0529"/>
          <p:cNvSpPr/>
          <p:nvPr/>
        </p:nvSpPr>
        <p:spPr>
          <a:xfrm rot="11600216">
            <a:off x="-15986320" y="2893180"/>
            <a:ext cx="6556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Seg0530"/>
          <p:cNvSpPr/>
          <p:nvPr/>
        </p:nvSpPr>
        <p:spPr>
          <a:xfrm rot="10005824">
            <a:off x="-15350797" y="2871318"/>
            <a:ext cx="85153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Seg0531"/>
          <p:cNvSpPr/>
          <p:nvPr/>
        </p:nvSpPr>
        <p:spPr>
          <a:xfrm rot="13361279">
            <a:off x="-14746570" y="3377767"/>
            <a:ext cx="178150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Seg0532"/>
          <p:cNvSpPr/>
          <p:nvPr/>
        </p:nvSpPr>
        <p:spPr>
          <a:xfrm rot="4665208">
            <a:off x="-13671460" y="4565162"/>
            <a:ext cx="119408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Seg0533"/>
          <p:cNvSpPr/>
          <p:nvPr/>
        </p:nvSpPr>
        <p:spPr>
          <a:xfrm rot="5533757">
            <a:off x="-14975537" y="7098985"/>
            <a:ext cx="390368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Seg0534"/>
          <p:cNvSpPr/>
          <p:nvPr/>
        </p:nvSpPr>
        <p:spPr>
          <a:xfrm rot="13268639">
            <a:off x="-19546139" y="12213284"/>
            <a:ext cx="913464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Seg0535"/>
          <p:cNvSpPr/>
          <p:nvPr/>
        </p:nvSpPr>
        <p:spPr>
          <a:xfrm rot="15811311">
            <a:off x="-19480608" y="8259667"/>
            <a:ext cx="190925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Seg0536"/>
          <p:cNvSpPr/>
          <p:nvPr/>
        </p:nvSpPr>
        <p:spPr>
          <a:xfrm rot="16905118">
            <a:off x="-19368640" y="6407551"/>
            <a:ext cx="18458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Seg0537"/>
          <p:cNvSpPr/>
          <p:nvPr/>
        </p:nvSpPr>
        <p:spPr>
          <a:xfrm rot="16698728">
            <a:off x="-20304835" y="3136046"/>
            <a:ext cx="47861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Seg0538"/>
          <p:cNvSpPr/>
          <p:nvPr/>
        </p:nvSpPr>
        <p:spPr>
          <a:xfrm rot="18288393">
            <a:off x="-17718156" y="476698"/>
            <a:ext cx="70986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Seg0539"/>
          <p:cNvSpPr/>
          <p:nvPr/>
        </p:nvSpPr>
        <p:spPr>
          <a:xfrm rot="5345300">
            <a:off x="39917845" y="10612455"/>
            <a:ext cx="3857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Seg0540"/>
          <p:cNvSpPr/>
          <p:nvPr/>
        </p:nvSpPr>
        <p:spPr>
          <a:xfrm rot="3197087">
            <a:off x="43038208" y="9824866"/>
            <a:ext cx="8928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Seg0541"/>
          <p:cNvSpPr/>
          <p:nvPr/>
        </p:nvSpPr>
        <p:spPr>
          <a:xfrm rot="6286046">
            <a:off x="43024923" y="10742565"/>
            <a:ext cx="115796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Seg0542"/>
          <p:cNvSpPr/>
          <p:nvPr/>
        </p:nvSpPr>
        <p:spPr>
          <a:xfrm rot="3838392">
            <a:off x="43246457" y="11638455"/>
            <a:ext cx="7479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Seg0543"/>
          <p:cNvSpPr/>
          <p:nvPr/>
        </p:nvSpPr>
        <p:spPr>
          <a:xfrm rot="7616851">
            <a:off x="42884502" y="12423727"/>
            <a:ext cx="112423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Seg0544"/>
          <p:cNvSpPr/>
          <p:nvPr/>
        </p:nvSpPr>
        <p:spPr>
          <a:xfrm rot="9354459">
            <a:off x="39362678" y="13672371"/>
            <a:ext cx="391665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Seg0545"/>
          <p:cNvSpPr/>
          <p:nvPr/>
        </p:nvSpPr>
        <p:spPr>
          <a:xfrm rot="16238825">
            <a:off x="37849559" y="12768942"/>
            <a:ext cx="34058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Seg0546"/>
          <p:cNvSpPr/>
          <p:nvPr/>
        </p:nvSpPr>
        <p:spPr>
          <a:xfrm rot="18579414">
            <a:off x="39419821" y="10742857"/>
            <a:ext cx="8397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Seg0547"/>
          <p:cNvSpPr/>
          <p:nvPr/>
        </p:nvSpPr>
        <p:spPr>
          <a:xfrm rot="4171775">
            <a:off x="46055905" y="8717664"/>
            <a:ext cx="24027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Seg0548"/>
          <p:cNvSpPr/>
          <p:nvPr/>
        </p:nvSpPr>
        <p:spPr>
          <a:xfrm rot="8648974">
            <a:off x="46070926" y="8877806"/>
            <a:ext cx="1625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Seg0549"/>
          <p:cNvSpPr/>
          <p:nvPr/>
        </p:nvSpPr>
        <p:spPr>
          <a:xfrm rot="16708308">
            <a:off x="45948265" y="8765257"/>
            <a:ext cx="3238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Seg0550"/>
          <p:cNvSpPr/>
          <p:nvPr/>
        </p:nvSpPr>
        <p:spPr>
          <a:xfrm rot="3077061">
            <a:off x="45768282" y="8404658"/>
            <a:ext cx="41991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Seg0551"/>
          <p:cNvSpPr/>
          <p:nvPr/>
        </p:nvSpPr>
        <p:spPr>
          <a:xfrm rot="6125619">
            <a:off x="45766183" y="8846071"/>
            <a:ext cx="5677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Seg0552"/>
          <p:cNvSpPr/>
          <p:nvPr/>
        </p:nvSpPr>
        <p:spPr>
          <a:xfrm rot="8562406">
            <a:off x="45704807" y="9220103"/>
            <a:ext cx="31833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Seg0553"/>
          <p:cNvSpPr/>
          <p:nvPr/>
        </p:nvSpPr>
        <p:spPr>
          <a:xfrm rot="15949439">
            <a:off x="45213226" y="8829291"/>
            <a:ext cx="9770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Seg0554"/>
          <p:cNvSpPr/>
          <p:nvPr/>
        </p:nvSpPr>
        <p:spPr>
          <a:xfrm rot="19845093">
            <a:off x="45652993" y="8291440"/>
            <a:ext cx="20713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Seg0555"/>
          <p:cNvSpPr/>
          <p:nvPr/>
        </p:nvSpPr>
        <p:spPr>
          <a:xfrm rot="19400990">
            <a:off x="36835533" y="21791927"/>
            <a:ext cx="9708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Seg0556"/>
          <p:cNvSpPr/>
          <p:nvPr/>
        </p:nvSpPr>
        <p:spPr>
          <a:xfrm rot="20398226">
            <a:off x="37675209" y="21302696"/>
            <a:ext cx="116471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Seg0557"/>
          <p:cNvSpPr/>
          <p:nvPr/>
        </p:nvSpPr>
        <p:spPr>
          <a:xfrm rot="7791676">
            <a:off x="40486146" y="22070397"/>
            <a:ext cx="5584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Seg0558"/>
          <p:cNvSpPr/>
          <p:nvPr/>
        </p:nvSpPr>
        <p:spPr>
          <a:xfrm rot="6766720">
            <a:off x="39855399" y="22770586"/>
            <a:ext cx="10539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Seg0559"/>
          <p:cNvSpPr/>
          <p:nvPr/>
        </p:nvSpPr>
        <p:spPr>
          <a:xfrm rot="9416435">
            <a:off x="39964783" y="23300022"/>
            <a:ext cx="2224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Seg0560"/>
          <p:cNvSpPr/>
          <p:nvPr/>
        </p:nvSpPr>
        <p:spPr>
          <a:xfrm rot="7577925">
            <a:off x="38256404" y="24212945"/>
            <a:ext cx="21573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Seg0561"/>
          <p:cNvSpPr/>
          <p:nvPr/>
        </p:nvSpPr>
        <p:spPr>
          <a:xfrm rot="6622424">
            <a:off x="28125653" y="8299112"/>
            <a:ext cx="93208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Seg0562"/>
          <p:cNvSpPr/>
          <p:nvPr/>
        </p:nvSpPr>
        <p:spPr>
          <a:xfrm rot="6230747">
            <a:off x="25948997" y="11445721"/>
            <a:ext cx="42772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Seg0563"/>
          <p:cNvSpPr/>
          <p:nvPr/>
        </p:nvSpPr>
        <p:spPr>
          <a:xfrm rot="5035898">
            <a:off x="26902585" y="15321691"/>
            <a:ext cx="3574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Seg0564"/>
          <p:cNvSpPr/>
          <p:nvPr/>
        </p:nvSpPr>
        <p:spPr>
          <a:xfrm rot="13006995">
            <a:off x="26539470" y="15312959"/>
            <a:ext cx="6226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Seg0565"/>
          <p:cNvSpPr/>
          <p:nvPr/>
        </p:nvSpPr>
        <p:spPr>
          <a:xfrm rot="17939550">
            <a:off x="15823161" y="14680126"/>
            <a:ext cx="97354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Seg0566"/>
          <p:cNvSpPr/>
          <p:nvPr/>
        </p:nvSpPr>
        <p:spPr>
          <a:xfrm rot="20311677">
            <a:off x="32409055" y="20507229"/>
            <a:ext cx="61830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Seg0567"/>
          <p:cNvSpPr/>
          <p:nvPr/>
        </p:nvSpPr>
        <p:spPr>
          <a:xfrm rot="9548923">
            <a:off x="29681623" y="23681254"/>
            <a:ext cx="633727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Seg0568"/>
          <p:cNvSpPr/>
          <p:nvPr/>
        </p:nvSpPr>
        <p:spPr>
          <a:xfrm rot="17882123">
            <a:off x="29182432" y="23632118"/>
            <a:ext cx="26669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Seg0569"/>
          <p:cNvSpPr/>
          <p:nvPr/>
        </p:nvSpPr>
        <p:spPr>
          <a:xfrm rot="20319009">
            <a:off x="31089250" y="22171851"/>
            <a:ext cx="15561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Seg0570"/>
          <p:cNvSpPr/>
          <p:nvPr/>
        </p:nvSpPr>
        <p:spPr>
          <a:xfrm rot="20933737">
            <a:off x="14257531" y="26892209"/>
            <a:ext cx="466535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Seg0571"/>
          <p:cNvSpPr/>
          <p:nvPr/>
        </p:nvSpPr>
        <p:spPr>
          <a:xfrm rot="858160">
            <a:off x="23915780" y="28037240"/>
            <a:ext cx="89486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Seg0572"/>
          <p:cNvSpPr/>
          <p:nvPr/>
        </p:nvSpPr>
        <p:spPr>
          <a:xfrm rot="20595707">
            <a:off x="24787711" y="28086183"/>
            <a:ext cx="42772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Seg0573"/>
          <p:cNvSpPr/>
          <p:nvPr/>
        </p:nvSpPr>
        <p:spPr>
          <a:xfrm rot="6363496">
            <a:off x="23968685" y="28956270"/>
            <a:ext cx="19390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Seg0574"/>
          <p:cNvSpPr/>
          <p:nvPr/>
        </p:nvSpPr>
        <p:spPr>
          <a:xfrm rot="9518364">
            <a:off x="23302449" y="32626054"/>
            <a:ext cx="96012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Seg0575"/>
          <p:cNvSpPr/>
          <p:nvPr/>
        </p:nvSpPr>
        <p:spPr>
          <a:xfrm rot="13464091">
            <a:off x="23085379" y="32698864"/>
            <a:ext cx="2916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Seg0576"/>
          <p:cNvSpPr/>
          <p:nvPr/>
        </p:nvSpPr>
        <p:spPr>
          <a:xfrm rot="8497869">
            <a:off x="22658672" y="32759772"/>
            <a:ext cx="5250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Seg0577"/>
          <p:cNvSpPr/>
          <p:nvPr/>
        </p:nvSpPr>
        <p:spPr>
          <a:xfrm rot="4217859">
            <a:off x="22632355" y="33040630"/>
            <a:ext cx="25046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Seg0578"/>
          <p:cNvSpPr/>
          <p:nvPr/>
        </p:nvSpPr>
        <p:spPr>
          <a:xfrm rot="8454367">
            <a:off x="21949527" y="33460419"/>
            <a:ext cx="9574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Seg0579"/>
          <p:cNvSpPr/>
          <p:nvPr/>
        </p:nvSpPr>
        <p:spPr>
          <a:xfrm rot="9201507">
            <a:off x="21157328" y="33975253"/>
            <a:ext cx="94980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Seg0580"/>
          <p:cNvSpPr/>
          <p:nvPr/>
        </p:nvSpPr>
        <p:spPr>
          <a:xfrm rot="10567737">
            <a:off x="20343770" y="34217400"/>
            <a:ext cx="86496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Seg0581"/>
          <p:cNvSpPr/>
          <p:nvPr/>
        </p:nvSpPr>
        <p:spPr>
          <a:xfrm rot="2238355">
            <a:off x="20309271" y="34351720"/>
            <a:ext cx="34689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Seg0582"/>
          <p:cNvSpPr/>
          <p:nvPr/>
        </p:nvSpPr>
        <p:spPr>
          <a:xfrm rot="10009062">
            <a:off x="20115547" y="34515210"/>
            <a:ext cx="51188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Seg0583"/>
          <p:cNvSpPr/>
          <p:nvPr/>
        </p:nvSpPr>
        <p:spPr>
          <a:xfrm rot="8139881">
            <a:off x="18621944" y="35184870"/>
            <a:ext cx="174940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Seg0584"/>
          <p:cNvSpPr/>
          <p:nvPr/>
        </p:nvSpPr>
        <p:spPr>
          <a:xfrm rot="6589036">
            <a:off x="18491035" y="36063125"/>
            <a:ext cx="56753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Seg0585"/>
          <p:cNvSpPr/>
          <p:nvPr/>
        </p:nvSpPr>
        <p:spPr>
          <a:xfrm rot="4285452">
            <a:off x="18394945" y="36724657"/>
            <a:ext cx="83251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Seg0586"/>
          <p:cNvSpPr/>
          <p:nvPr/>
        </p:nvSpPr>
        <p:spPr>
          <a:xfrm rot="9609623">
            <a:off x="18496887" y="37197385"/>
            <a:ext cx="4605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Seg0587"/>
          <p:cNvSpPr/>
          <p:nvPr/>
        </p:nvSpPr>
        <p:spPr>
          <a:xfrm rot="11439844">
            <a:off x="16407480" y="37079261"/>
            <a:ext cx="21213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Seg0588"/>
          <p:cNvSpPr/>
          <p:nvPr/>
        </p:nvSpPr>
        <p:spPr>
          <a:xfrm rot="15456093">
            <a:off x="15875430" y="36440458"/>
            <a:ext cx="9061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Seg0589"/>
          <p:cNvSpPr/>
          <p:nvPr/>
        </p:nvSpPr>
        <p:spPr>
          <a:xfrm rot="12972693">
            <a:off x="15192252" y="35658230"/>
            <a:ext cx="115005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Seg0590"/>
          <p:cNvSpPr/>
          <p:nvPr/>
        </p:nvSpPr>
        <p:spPr>
          <a:xfrm rot="14875734">
            <a:off x="14737122" y="34937125"/>
            <a:ext cx="82311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Seg0591"/>
          <p:cNvSpPr/>
          <p:nvPr/>
        </p:nvSpPr>
        <p:spPr>
          <a:xfrm rot="12751504">
            <a:off x="14047064" y="34279487"/>
            <a:ext cx="102755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Seg0592"/>
          <p:cNvSpPr/>
          <p:nvPr/>
        </p:nvSpPr>
        <p:spPr>
          <a:xfrm rot="10845076">
            <a:off x="12825981" y="33994713"/>
            <a:ext cx="130172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Seg0593"/>
          <p:cNvSpPr/>
          <p:nvPr/>
        </p:nvSpPr>
        <p:spPr>
          <a:xfrm rot="9019514">
            <a:off x="11099031" y="34443679"/>
            <a:ext cx="184820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Seg0594"/>
          <p:cNvSpPr/>
          <p:nvPr/>
        </p:nvSpPr>
        <p:spPr>
          <a:xfrm rot="11988306">
            <a:off x="9523394" y="34604957"/>
            <a:ext cx="17485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Seg0595"/>
          <p:cNvSpPr/>
          <p:nvPr/>
        </p:nvSpPr>
        <p:spPr>
          <a:xfrm rot="14887957">
            <a:off x="8927510" y="33870833"/>
            <a:ext cx="9437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Seg0596"/>
          <p:cNvSpPr/>
          <p:nvPr/>
        </p:nvSpPr>
        <p:spPr>
          <a:xfrm rot="12530488">
            <a:off x="6695300" y="32782795"/>
            <a:ext cx="26954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Seg0597"/>
          <p:cNvSpPr/>
          <p:nvPr/>
        </p:nvSpPr>
        <p:spPr>
          <a:xfrm rot="21498759">
            <a:off x="6861278" y="32051199"/>
            <a:ext cx="553292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Seg0598"/>
          <p:cNvSpPr/>
          <p:nvPr/>
        </p:nvSpPr>
        <p:spPr>
          <a:xfrm rot="17544361">
            <a:off x="10844001" y="29655607"/>
            <a:ext cx="500620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Seg0599"/>
          <p:cNvSpPr/>
          <p:nvPr/>
        </p:nvSpPr>
        <p:spPr>
          <a:xfrm rot="1445230">
            <a:off x="-7222909" y="20071701"/>
            <a:ext cx="740775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Seg0600"/>
          <p:cNvSpPr/>
          <p:nvPr/>
        </p:nvSpPr>
        <p:spPr>
          <a:xfrm rot="4656416">
            <a:off x="-558286" y="22106436"/>
            <a:ext cx="10711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Seg0601"/>
          <p:cNvSpPr/>
          <p:nvPr/>
        </p:nvSpPr>
        <p:spPr>
          <a:xfrm rot="582237">
            <a:off x="57032" y="23044047"/>
            <a:ext cx="491851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Seg0602"/>
          <p:cNvSpPr/>
          <p:nvPr/>
        </p:nvSpPr>
        <p:spPr>
          <a:xfrm rot="15192287">
            <a:off x="-9299263" y="21789846"/>
            <a:ext cx="67474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Seg0603"/>
          <p:cNvSpPr/>
          <p:nvPr/>
        </p:nvSpPr>
        <p:spPr>
          <a:xfrm rot="4994415">
            <a:off x="44994757" y="4307061"/>
            <a:ext cx="62307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Seg0604"/>
          <p:cNvSpPr/>
          <p:nvPr/>
        </p:nvSpPr>
        <p:spPr>
          <a:xfrm rot="5629476">
            <a:off x="44450880" y="5718753"/>
            <a:ext cx="11750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Seg0605"/>
          <p:cNvSpPr/>
          <p:nvPr/>
        </p:nvSpPr>
        <p:spPr>
          <a:xfrm rot="5121426">
            <a:off x="44434893" y="6917017"/>
            <a:ext cx="122808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Seg0606"/>
          <p:cNvSpPr/>
          <p:nvPr/>
        </p:nvSpPr>
        <p:spPr>
          <a:xfrm rot="9467974">
            <a:off x="44528425" y="7640921"/>
            <a:ext cx="5921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Seg0607"/>
          <p:cNvSpPr/>
          <p:nvPr/>
        </p:nvSpPr>
        <p:spPr>
          <a:xfrm rot="20223914">
            <a:off x="44046412" y="4245829"/>
            <a:ext cx="12735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Seg0608"/>
          <p:cNvSpPr/>
          <p:nvPr/>
        </p:nvSpPr>
        <p:spPr>
          <a:xfrm rot="19289452">
            <a:off x="43251439" y="15167445"/>
            <a:ext cx="41657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Seg0609"/>
          <p:cNvSpPr/>
          <p:nvPr/>
        </p:nvSpPr>
        <p:spPr>
          <a:xfrm rot="6557748">
            <a:off x="42561668" y="15790468"/>
            <a:ext cx="15950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Seg0610"/>
          <p:cNvSpPr/>
          <p:nvPr/>
        </p:nvSpPr>
        <p:spPr>
          <a:xfrm rot="16250947">
            <a:off x="42792138" y="16235141"/>
            <a:ext cx="6161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Seg0611"/>
          <p:cNvSpPr/>
          <p:nvPr/>
        </p:nvSpPr>
        <p:spPr>
          <a:xfrm rot="17216817">
            <a:off x="42871475" y="15612117"/>
            <a:ext cx="6585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Seg0612"/>
          <p:cNvSpPr/>
          <p:nvPr/>
        </p:nvSpPr>
        <p:spPr>
          <a:xfrm rot="13005298">
            <a:off x="41143750" y="14262589"/>
            <a:ext cx="50166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Seg0613"/>
          <p:cNvSpPr/>
          <p:nvPr/>
        </p:nvSpPr>
        <p:spPr>
          <a:xfrm rot="18003013">
            <a:off x="41497387" y="14242497"/>
            <a:ext cx="39322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Seg0614"/>
          <p:cNvSpPr/>
          <p:nvPr/>
        </p:nvSpPr>
        <p:spPr>
          <a:xfrm rot="2797592">
            <a:off x="41712053" y="14258890"/>
            <a:ext cx="5133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Seg0615"/>
          <p:cNvSpPr/>
          <p:nvPr/>
        </p:nvSpPr>
        <p:spPr>
          <a:xfrm rot="5831614">
            <a:off x="41640847" y="14890002"/>
            <a:ext cx="8961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Seg0616"/>
          <p:cNvSpPr/>
          <p:nvPr/>
        </p:nvSpPr>
        <p:spPr>
          <a:xfrm rot="19548826">
            <a:off x="42011096" y="15263959"/>
            <a:ext cx="25120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Seg0617"/>
          <p:cNvSpPr/>
          <p:nvPr/>
        </p:nvSpPr>
        <p:spPr>
          <a:xfrm rot="1959952">
            <a:off x="42182324" y="15392251"/>
            <a:ext cx="73690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Seg0618"/>
          <p:cNvSpPr/>
          <p:nvPr/>
        </p:nvSpPr>
        <p:spPr>
          <a:xfrm rot="5411106">
            <a:off x="42301564" y="16148699"/>
            <a:ext cx="111516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Seg0619"/>
          <p:cNvSpPr/>
          <p:nvPr/>
        </p:nvSpPr>
        <p:spPr>
          <a:xfrm rot="6980501">
            <a:off x="42684872" y="16813340"/>
            <a:ext cx="23892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Seg0620"/>
          <p:cNvSpPr/>
          <p:nvPr/>
        </p:nvSpPr>
        <p:spPr>
          <a:xfrm rot="11554421">
            <a:off x="42540327" y="16897154"/>
            <a:ext cx="21356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Seg0621"/>
          <p:cNvSpPr/>
          <p:nvPr/>
        </p:nvSpPr>
        <p:spPr>
          <a:xfrm rot="1880030">
            <a:off x="42530310" y="16918753"/>
            <a:ext cx="17247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Seg0622"/>
          <p:cNvSpPr/>
          <p:nvPr/>
        </p:nvSpPr>
        <p:spPr>
          <a:xfrm rot="20388034">
            <a:off x="42677266" y="16890959"/>
            <a:ext cx="42074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Seg0623"/>
          <p:cNvSpPr/>
          <p:nvPr/>
        </p:nvSpPr>
        <p:spPr>
          <a:xfrm rot="4559625">
            <a:off x="42907386" y="17045771"/>
            <a:ext cx="4688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Seg0624"/>
          <p:cNvSpPr/>
          <p:nvPr/>
        </p:nvSpPr>
        <p:spPr>
          <a:xfrm rot="9401220">
            <a:off x="36350932" y="18685872"/>
            <a:ext cx="713903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Seg0625"/>
          <p:cNvSpPr/>
          <p:nvPr/>
        </p:nvSpPr>
        <p:spPr>
          <a:xfrm rot="19254919">
            <a:off x="36571623" y="19899238"/>
            <a:ext cx="63218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Seg0626"/>
          <p:cNvSpPr/>
          <p:nvPr/>
        </p:nvSpPr>
        <p:spPr>
          <a:xfrm rot="3589045">
            <a:off x="38114354" y="18333933"/>
            <a:ext cx="4248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Seg0627"/>
          <p:cNvSpPr/>
          <p:nvPr/>
        </p:nvSpPr>
        <p:spPr>
          <a:xfrm rot="8487558">
            <a:off x="38270385" y="18050794"/>
            <a:ext cx="14982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Seg0628"/>
          <p:cNvSpPr/>
          <p:nvPr/>
        </p:nvSpPr>
        <p:spPr>
          <a:xfrm rot="6472957">
            <a:off x="38960449" y="16698156"/>
            <a:ext cx="18616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Seg0629"/>
          <p:cNvSpPr/>
          <p:nvPr/>
        </p:nvSpPr>
        <p:spPr>
          <a:xfrm rot="12503661">
            <a:off x="40159362" y="15882509"/>
            <a:ext cx="29536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Seg0630"/>
          <p:cNvSpPr/>
          <p:nvPr/>
        </p:nvSpPr>
        <p:spPr>
          <a:xfrm rot="6556542">
            <a:off x="40175530" y="15584354"/>
            <a:ext cx="78052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Seg0631"/>
          <p:cNvSpPr/>
          <p:nvPr/>
        </p:nvSpPr>
        <p:spPr>
          <a:xfrm rot="13193054">
            <a:off x="40679857" y="15256668"/>
            <a:ext cx="12693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Seg0632"/>
          <p:cNvSpPr/>
          <p:nvPr/>
        </p:nvSpPr>
        <p:spPr>
          <a:xfrm rot="6961308">
            <a:off x="40560548" y="14926766"/>
            <a:ext cx="82481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Seg0633"/>
          <p:cNvSpPr/>
          <p:nvPr/>
        </p:nvSpPr>
        <p:spPr>
          <a:xfrm rot="5707024">
            <a:off x="40951025" y="14334330"/>
            <a:ext cx="44544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Seg0634"/>
          <p:cNvSpPr/>
          <p:nvPr/>
        </p:nvSpPr>
        <p:spPr>
          <a:xfrm rot="6214505">
            <a:off x="-17506598" y="-1487212"/>
            <a:ext cx="1125218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Seg0635"/>
          <p:cNvSpPr/>
          <p:nvPr/>
        </p:nvSpPr>
        <p:spPr>
          <a:xfrm rot="16174951">
            <a:off x="-17650242" y="1239280"/>
            <a:ext cx="142918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Seg0636"/>
          <p:cNvSpPr/>
          <p:nvPr/>
        </p:nvSpPr>
        <p:spPr>
          <a:xfrm rot="14020492">
            <a:off x="-17609615" y="186342"/>
            <a:ext cx="8399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Seg0637"/>
          <p:cNvSpPr/>
          <p:nvPr/>
        </p:nvSpPr>
        <p:spPr>
          <a:xfrm rot="17703907">
            <a:off x="-17575539" y="-367528"/>
            <a:ext cx="47582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Seg0638"/>
          <p:cNvSpPr/>
          <p:nvPr/>
        </p:nvSpPr>
        <p:spPr>
          <a:xfrm rot="16596911">
            <a:off x="-18709616" y="-2236488"/>
            <a:ext cx="332906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Seg0639"/>
          <p:cNvSpPr/>
          <p:nvPr/>
        </p:nvSpPr>
        <p:spPr>
          <a:xfrm rot="17328396">
            <a:off x="-17246521" y="-4439216"/>
            <a:ext cx="11605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Seg0640"/>
          <p:cNvSpPr/>
          <p:nvPr/>
        </p:nvSpPr>
        <p:spPr>
          <a:xfrm rot="4225337">
            <a:off x="-16685725" y="-4695856"/>
            <a:ext cx="62118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Seg0641"/>
          <p:cNvSpPr/>
          <p:nvPr/>
        </p:nvSpPr>
        <p:spPr>
          <a:xfrm rot="1667622">
            <a:off x="-16314326" y="-4228344"/>
            <a:ext cx="750079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Seg0642"/>
          <p:cNvSpPr/>
          <p:nvPr/>
        </p:nvSpPr>
        <p:spPr>
          <a:xfrm rot="5268200">
            <a:off x="-15866497" y="-3784359"/>
            <a:ext cx="53861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Seg0643"/>
          <p:cNvSpPr/>
          <p:nvPr/>
        </p:nvSpPr>
        <p:spPr>
          <a:xfrm rot="6191380">
            <a:off x="-16488776" y="-2800276"/>
            <a:ext cx="14686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Seg0644"/>
          <p:cNvSpPr/>
          <p:nvPr/>
        </p:nvSpPr>
        <p:spPr>
          <a:xfrm rot="17368450">
            <a:off x="-16543828" y="-2964763"/>
            <a:ext cx="18656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Seg0645"/>
          <p:cNvSpPr/>
          <p:nvPr/>
        </p:nvSpPr>
        <p:spPr>
          <a:xfrm rot="16894587">
            <a:off x="-16275281" y="-5039519"/>
            <a:ext cx="24402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Seg0646"/>
          <p:cNvSpPr/>
          <p:nvPr/>
        </p:nvSpPr>
        <p:spPr>
          <a:xfrm rot="21022098">
            <a:off x="-14840705" y="-6595472"/>
            <a:ext cx="431113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Seg0647"/>
          <p:cNvSpPr/>
          <p:nvPr/>
        </p:nvSpPr>
        <p:spPr>
          <a:xfrm rot="18405698">
            <a:off x="-15547838" y="-4538164"/>
            <a:ext cx="35762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Seg0648"/>
          <p:cNvSpPr/>
          <p:nvPr/>
        </p:nvSpPr>
        <p:spPr>
          <a:xfrm rot="6584025">
            <a:off x="-15611644" y="-4435387"/>
            <a:ext cx="5227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Seg0649"/>
          <p:cNvSpPr/>
          <p:nvPr/>
        </p:nvSpPr>
        <p:spPr>
          <a:xfrm rot="15579275">
            <a:off x="-15561757" y="-4292136"/>
            <a:ext cx="20895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Seg0650"/>
          <p:cNvSpPr/>
          <p:nvPr/>
        </p:nvSpPr>
        <p:spPr>
          <a:xfrm rot="17778304">
            <a:off x="-15646577" y="-5274549"/>
            <a:ext cx="66737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Seg0651"/>
          <p:cNvSpPr/>
          <p:nvPr/>
        </p:nvSpPr>
        <p:spPr>
          <a:xfrm rot="6266807">
            <a:off x="-15624322" y="-5217709"/>
            <a:ext cx="73519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Seg0652"/>
          <p:cNvSpPr/>
          <p:nvPr/>
        </p:nvSpPr>
        <p:spPr>
          <a:xfrm rot="13520539">
            <a:off x="-15484507" y="-4918576"/>
            <a:ext cx="1598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Seg0653"/>
          <p:cNvSpPr/>
          <p:nvPr/>
        </p:nvSpPr>
        <p:spPr>
          <a:xfrm rot="5466596">
            <a:off x="38865014" y="13790448"/>
            <a:ext cx="136291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Seg0654"/>
          <p:cNvSpPr/>
          <p:nvPr/>
        </p:nvSpPr>
        <p:spPr>
          <a:xfrm rot="20179142">
            <a:off x="39496518" y="14296468"/>
            <a:ext cx="87295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Seg0655"/>
          <p:cNvSpPr/>
          <p:nvPr/>
        </p:nvSpPr>
        <p:spPr>
          <a:xfrm rot="18048864">
            <a:off x="40169992" y="14616029"/>
            <a:ext cx="600497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Seg0656"/>
          <p:cNvSpPr/>
          <p:nvPr/>
        </p:nvSpPr>
        <p:spPr>
          <a:xfrm rot="19799194">
            <a:off x="40587087" y="14220302"/>
            <a:ext cx="55123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Seg0657"/>
          <p:cNvSpPr/>
          <p:nvPr/>
        </p:nvSpPr>
        <p:spPr>
          <a:xfrm rot="18096350">
            <a:off x="41000465" y="13901879"/>
            <a:ext cx="42400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Seg0658"/>
          <p:cNvSpPr/>
          <p:nvPr/>
        </p:nvSpPr>
        <p:spPr>
          <a:xfrm rot="254422">
            <a:off x="41323220" y="13730902"/>
            <a:ext cx="259191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Seg0659"/>
          <p:cNvSpPr/>
          <p:nvPr/>
        </p:nvSpPr>
        <p:spPr>
          <a:xfrm rot="4529624">
            <a:off x="41442318" y="13920979"/>
            <a:ext cx="37287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Seg0660"/>
          <p:cNvSpPr/>
          <p:nvPr/>
        </p:nvSpPr>
        <p:spPr>
          <a:xfrm rot="6264066">
            <a:off x="41474848" y="14257079"/>
            <a:ext cx="32130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Seg0661"/>
          <p:cNvSpPr/>
          <p:nvPr/>
        </p:nvSpPr>
        <p:spPr>
          <a:xfrm rot="13804376">
            <a:off x="37641702" y="18147688"/>
            <a:ext cx="96462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Seg0662"/>
          <p:cNvSpPr/>
          <p:nvPr/>
        </p:nvSpPr>
        <p:spPr>
          <a:xfrm rot="16068618">
            <a:off x="37460587" y="17437217"/>
            <a:ext cx="68170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Seg0663"/>
          <p:cNvSpPr/>
          <p:nvPr/>
        </p:nvSpPr>
        <p:spPr>
          <a:xfrm rot="3388686">
            <a:off x="32445608" y="5481147"/>
            <a:ext cx="86824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Seg0664"/>
          <p:cNvSpPr/>
          <p:nvPr/>
        </p:nvSpPr>
        <p:spPr>
          <a:xfrm rot="5192672">
            <a:off x="34494808" y="7506073"/>
            <a:ext cx="43984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Seg0665"/>
          <p:cNvSpPr/>
          <p:nvPr/>
        </p:nvSpPr>
        <p:spPr>
          <a:xfrm rot="6496907">
            <a:off x="33984173" y="8263219"/>
            <a:ext cx="113240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Seg0666"/>
          <p:cNvSpPr/>
          <p:nvPr/>
        </p:nvSpPr>
        <p:spPr>
          <a:xfrm rot="17843295">
            <a:off x="33939395" y="8088242"/>
            <a:ext cx="1605118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Seg0667"/>
          <p:cNvSpPr/>
          <p:nvPr/>
        </p:nvSpPr>
        <p:spPr>
          <a:xfrm rot="6137410">
            <a:off x="32782713" y="9251426"/>
            <a:ext cx="383956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Seg0668"/>
          <p:cNvSpPr/>
          <p:nvPr/>
        </p:nvSpPr>
        <p:spPr>
          <a:xfrm rot="5524590">
            <a:off x="33627406" y="11769925"/>
            <a:ext cx="12862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Seg0669"/>
          <p:cNvSpPr/>
          <p:nvPr/>
        </p:nvSpPr>
        <p:spPr>
          <a:xfrm rot="13695095">
            <a:off x="31723708" y="13131152"/>
            <a:ext cx="40015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Seg0670"/>
          <p:cNvSpPr/>
          <p:nvPr/>
        </p:nvSpPr>
        <p:spPr>
          <a:xfrm rot="15966805">
            <a:off x="31250354" y="11397215"/>
            <a:ext cx="12984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Seg0671"/>
          <p:cNvSpPr/>
          <p:nvPr/>
        </p:nvSpPr>
        <p:spPr>
          <a:xfrm rot="19217719">
            <a:off x="31584135" y="5094630"/>
            <a:ext cx="1234816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Seg0672"/>
          <p:cNvSpPr/>
          <p:nvPr/>
        </p:nvSpPr>
        <p:spPr>
          <a:xfrm rot="5699199">
            <a:off x="32447958" y="4909721"/>
            <a:ext cx="420613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Seg0673"/>
          <p:cNvSpPr/>
          <p:nvPr/>
        </p:nvSpPr>
        <p:spPr>
          <a:xfrm rot="21094169">
            <a:off x="-2767997" y="15661491"/>
            <a:ext cx="24442045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Seg0674"/>
          <p:cNvSpPr/>
          <p:nvPr/>
        </p:nvSpPr>
        <p:spPr>
          <a:xfrm rot="7441159">
            <a:off x="13656290" y="18060966"/>
            <a:ext cx="10113294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Seg0675"/>
          <p:cNvSpPr/>
          <p:nvPr/>
        </p:nvSpPr>
        <p:spPr>
          <a:xfrm rot="10717867">
            <a:off x="89965" y="22440842"/>
            <a:ext cx="15796172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Seg0676"/>
          <p:cNvSpPr/>
          <p:nvPr/>
        </p:nvSpPr>
        <p:spPr>
          <a:xfrm rot="14532517">
            <a:off x="-4197481" y="20041367"/>
            <a:ext cx="5851240" cy="25603"/>
          </a:xfrm>
          <a:prstGeom prst="rect">
            <a:avLst/>
          </a:prstGeom>
          <a:solidFill>
            <a:srgbClr val="0B1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Label"/>
          <p:cNvSpPr txBox="1"/>
          <p:nvPr/>
        </p:nvSpPr>
        <p:spPr>
          <a:xfrm>
            <a:off x="640080" y="457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9B44C"/>
                </a:solidFill>
                <a:latin typeface="Calibri"/>
              </a:rPr>
              <a:t>MONTANA</a:t>
            </a:r>
          </a:p>
        </p:txBody>
      </p:sp>
      <p:sp>
        <p:nvSpPr>
          <p:cNvPr id="729" name="Praesentation"/>
          <p:cNvSpPr txBox="1"/>
          <p:nvPr/>
        </p:nvSpPr>
        <p:spPr>
          <a:xfrm>
            <a:off x="0" y="580644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5F7FA"/>
                </a:solidFill>
                <a:latin typeface="Calibri"/>
              </a:rPr>
              <a:t>Präsentation von Jonas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2000"/>
                                  </p:stCondLst>
                                  <p:childTnLst>
                                    <p:par>
                                      <p:cTn id="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2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800" fill="hold"/>
                                              <p:tgtEl>
                                                <p:spTgt spid="72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2150"/>
                                  </p:stCondLst>
                                  <p:childTnLst>
                                    <p:par>
                                      <p:cTn id="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2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800" fill="hold"/>
                                              <p:tgtEl>
                                                <p:spTgt spid="72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9" grpId="0" animBg="1"/>
      <p:bldP spid="72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01 · ÜBERSICHT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Worum es heute geht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4</a:t>
            </a:r>
          </a:p>
        </p:txBody>
      </p:sp>
      <p:sp>
        <p:nvSpPr>
          <p:cNvPr id="7" name="Staat_Montana"/>
          <p:cNvSpPr/>
          <p:nvPr/>
        </p:nvSpPr>
        <p:spPr>
          <a:xfrm>
            <a:off x="10538460" y="430646"/>
            <a:ext cx="1234440" cy="784628"/>
          </a:xfrm>
          <a:custGeom>
            <a:avLst/>
            <a:gdLst/>
            <a:ahLst/>
            <a:cxnLst/>
            <a:rect l="l" t="t" r="r" b="b"/>
            <a:pathLst>
              <a:path w="1234440" h="784628">
                <a:moveTo>
                  <a:pt x="1234440" y="178971"/>
                </a:moveTo>
                <a:lnTo>
                  <a:pt x="1183627" y="784628"/>
                </a:lnTo>
                <a:lnTo>
                  <a:pt x="434199" y="692284"/>
                </a:lnTo>
                <a:lnTo>
                  <a:pt x="422111" y="771742"/>
                </a:lnTo>
                <a:lnTo>
                  <a:pt x="392598" y="723714"/>
                </a:lnTo>
                <a:lnTo>
                  <a:pt x="340200" y="753230"/>
                </a:lnTo>
                <a:lnTo>
                  <a:pt x="212086" y="740241"/>
                </a:lnTo>
                <a:lnTo>
                  <a:pt x="206897" y="689081"/>
                </a:lnTo>
                <a:lnTo>
                  <a:pt x="175142" y="668770"/>
                </a:lnTo>
                <a:lnTo>
                  <a:pt x="158978" y="550886"/>
                </a:lnTo>
                <a:lnTo>
                  <a:pt x="142851" y="532509"/>
                </a:lnTo>
                <a:lnTo>
                  <a:pt x="99531" y="562418"/>
                </a:lnTo>
                <a:lnTo>
                  <a:pt x="80183" y="542437"/>
                </a:lnTo>
                <a:lnTo>
                  <a:pt x="135363" y="384971"/>
                </a:lnTo>
                <a:lnTo>
                  <a:pt x="105268" y="379898"/>
                </a:lnTo>
                <a:lnTo>
                  <a:pt x="15840" y="240240"/>
                </a:lnTo>
                <a:lnTo>
                  <a:pt x="0" y="151220"/>
                </a:lnTo>
                <a:lnTo>
                  <a:pt x="32379" y="0"/>
                </a:lnTo>
                <a:lnTo>
                  <a:pt x="690178" y="117145"/>
                </a:lnTo>
                <a:close/>
              </a:path>
            </a:pathLst>
          </a:custGeom>
          <a:solidFill>
            <a:srgbClr val="F28C28"/>
          </a:solidFill>
          <a:ln>
            <a:noFill/>
          </a:ln>
          <a:effectLst>
            <a:outerShdw blurRad="304800" dist="7620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arte1"/>
          <p:cNvSpPr/>
          <p:nvPr/>
        </p:nvSpPr>
        <p:spPr>
          <a:xfrm>
            <a:off x="640080" y="210312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9B44C"/>
                </a:solidFill>
                <a:latin typeface="Calibri"/>
              </a:rPr>
              <a:t>01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Lage</a:t>
            </a:r>
          </a:p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Wo liegt Montana, und wie groß ist es?</a:t>
            </a:r>
          </a:p>
        </p:txBody>
      </p:sp>
      <p:sp>
        <p:nvSpPr>
          <p:cNvPr id="9" name="Karte2"/>
          <p:cNvSpPr/>
          <p:nvPr/>
        </p:nvSpPr>
        <p:spPr>
          <a:xfrm>
            <a:off x="4389120" y="210312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9B44C"/>
                </a:solidFill>
                <a:latin typeface="Calibri"/>
              </a:rPr>
              <a:t>02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Geschichte</a:t>
            </a:r>
          </a:p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Vom Goldrausch zum 41. Staat</a:t>
            </a:r>
          </a:p>
        </p:txBody>
      </p:sp>
      <p:sp>
        <p:nvSpPr>
          <p:cNvPr id="10" name="Karte3"/>
          <p:cNvSpPr/>
          <p:nvPr/>
        </p:nvSpPr>
        <p:spPr>
          <a:xfrm>
            <a:off x="8138159" y="210312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9B44C"/>
                </a:solidFill>
                <a:latin typeface="Calibri"/>
              </a:rPr>
              <a:t>03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Natur</a:t>
            </a:r>
          </a:p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Glacier National Park und seine Gletscher</a:t>
            </a:r>
          </a:p>
        </p:txBody>
      </p:sp>
      <p:sp>
        <p:nvSpPr>
          <p:cNvPr id="11" name="Karte4"/>
          <p:cNvSpPr/>
          <p:nvPr/>
        </p:nvSpPr>
        <p:spPr>
          <a:xfrm>
            <a:off x="640080" y="420624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9B44C"/>
                </a:solidFill>
                <a:latin typeface="Calibri"/>
              </a:rPr>
              <a:t>04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Wirtschaft</a:t>
            </a:r>
          </a:p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Landwirtschaft, Bergbau und Tourismus</a:t>
            </a:r>
          </a:p>
        </p:txBody>
      </p:sp>
      <p:sp>
        <p:nvSpPr>
          <p:cNvPr id="12" name="Karte5"/>
          <p:cNvSpPr/>
          <p:nvPr/>
        </p:nvSpPr>
        <p:spPr>
          <a:xfrm>
            <a:off x="4389120" y="420624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9B44C"/>
                </a:solidFill>
                <a:latin typeface="Calibri"/>
              </a:rPr>
              <a:t>05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Kultur</a:t>
            </a:r>
          </a:p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Menschen, Traditionen und Künstler</a:t>
            </a:r>
          </a:p>
        </p:txBody>
      </p:sp>
      <p:sp>
        <p:nvSpPr>
          <p:cNvPr id="13" name="Karte6"/>
          <p:cNvSpPr/>
          <p:nvPr/>
        </p:nvSpPr>
        <p:spPr>
          <a:xfrm>
            <a:off x="8138159" y="420624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9B44C"/>
                </a:solidFill>
                <a:latin typeface="Calibri"/>
              </a:rPr>
              <a:t>06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Quiz</a:t>
            </a:r>
          </a:p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Vier Fragen zum Mitraten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50"/>
                                  </p:stCondLst>
                                  <p:childTnLst>
                                    <p:par>
                                      <p:cTn id="8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0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850"/>
                                  </p:stCondLst>
                                  <p:childTnLst>
                                    <p:par>
                                      <p:cTn id="16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000"/>
                                  </p:stCondLst>
                                  <p:childTnLst>
                                    <p:par>
                                      <p:cTn id="20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700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150"/>
                                  </p:stCondLst>
                                  <p:childTnLst>
                                    <p:par>
                                      <p:cTn id="2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700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02 · LAGE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Montana im Überblick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5</a:t>
            </a:r>
          </a:p>
        </p:txBody>
      </p:sp>
      <p:sp>
        <p:nvSpPr>
          <p:cNvPr id="7" name="Staat_Montana"/>
          <p:cNvSpPr/>
          <p:nvPr/>
        </p:nvSpPr>
        <p:spPr>
          <a:xfrm>
            <a:off x="914400" y="1975984"/>
            <a:ext cx="4572000" cy="2906032"/>
          </a:xfrm>
          <a:custGeom>
            <a:avLst/>
            <a:gdLst/>
            <a:ahLst/>
            <a:cxnLst/>
            <a:rect l="l" t="t" r="r" b="b"/>
            <a:pathLst>
              <a:path w="4572000" h="2906032">
                <a:moveTo>
                  <a:pt x="4572000" y="662855"/>
                </a:moveTo>
                <a:lnTo>
                  <a:pt x="4383804" y="2906032"/>
                </a:lnTo>
                <a:lnTo>
                  <a:pt x="1608145" y="2564015"/>
                </a:lnTo>
                <a:lnTo>
                  <a:pt x="1563373" y="2858307"/>
                </a:lnTo>
                <a:lnTo>
                  <a:pt x="1454065" y="2680422"/>
                </a:lnTo>
                <a:lnTo>
                  <a:pt x="1259999" y="2789744"/>
                </a:lnTo>
                <a:lnTo>
                  <a:pt x="785504" y="2741634"/>
                </a:lnTo>
                <a:lnTo>
                  <a:pt x="766286" y="2552155"/>
                </a:lnTo>
                <a:lnTo>
                  <a:pt x="648673" y="2476926"/>
                </a:lnTo>
                <a:lnTo>
                  <a:pt x="588806" y="2040321"/>
                </a:lnTo>
                <a:lnTo>
                  <a:pt x="529078" y="1972257"/>
                </a:lnTo>
                <a:lnTo>
                  <a:pt x="368633" y="2083029"/>
                </a:lnTo>
                <a:lnTo>
                  <a:pt x="296974" y="2009028"/>
                </a:lnTo>
                <a:lnTo>
                  <a:pt x="501344" y="1425821"/>
                </a:lnTo>
                <a:lnTo>
                  <a:pt x="389883" y="1407030"/>
                </a:lnTo>
                <a:lnTo>
                  <a:pt x="58668" y="889781"/>
                </a:lnTo>
                <a:lnTo>
                  <a:pt x="0" y="560077"/>
                </a:lnTo>
                <a:lnTo>
                  <a:pt x="119921" y="0"/>
                </a:lnTo>
                <a:lnTo>
                  <a:pt x="2556214" y="433872"/>
                </a:lnTo>
                <a:close/>
              </a:path>
            </a:pathLst>
          </a:custGeom>
          <a:solidFill>
            <a:srgbClr val="F28C28"/>
          </a:solidFill>
          <a:ln>
            <a:noFill/>
          </a:ln>
          <a:effectLst>
            <a:outerShdw blurRad="304800" dist="7620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lena_Punkt"/>
          <p:cNvSpPr/>
          <p:nvPr/>
        </p:nvSpPr>
        <p:spPr>
          <a:xfrm>
            <a:off x="2202346" y="3510397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lena_Label"/>
          <p:cNvSpPr txBox="1"/>
          <p:nvPr/>
        </p:nvSpPr>
        <p:spPr>
          <a:xfrm>
            <a:off x="2449234" y="3409813"/>
            <a:ext cx="1645920" cy="365760"/>
          </a:xfrm>
          <a:prstGeom prst="rect">
            <a:avLst/>
          </a:prstGeom>
          <a:noFill/>
        </p:spPr>
        <p:txBody>
          <a:bodyPr wrap="square" anchor="t" lIns="18288" rIns="18288" tIns="10972" bIns="10972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Calibri"/>
              </a:rPr>
              <a:t>Helena</a:t>
            </a:r>
          </a:p>
        </p:txBody>
      </p:sp>
      <p:sp>
        <p:nvSpPr>
          <p:cNvPr id="10" name="Zeile1"/>
          <p:cNvSpPr/>
          <p:nvPr/>
        </p:nvSpPr>
        <p:spPr>
          <a:xfrm>
            <a:off x="6400800" y="201168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HAUPTSTADT</a:t>
            </a:r>
          </a:p>
          <a:p>
            <a:pPr algn="l"/>
            <a:r>
              <a:rPr sz="2000" b="1">
                <a:solidFill>
                  <a:srgbClr val="F5F7FA"/>
                </a:solidFill>
                <a:latin typeface="Calibri"/>
              </a:rPr>
              <a:t>Helena</a:t>
            </a:r>
          </a:p>
        </p:txBody>
      </p:sp>
      <p:sp>
        <p:nvSpPr>
          <p:cNvPr id="11" name="Zeile2"/>
          <p:cNvSpPr/>
          <p:nvPr/>
        </p:nvSpPr>
        <p:spPr>
          <a:xfrm>
            <a:off x="6400800" y="301752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GRÖSSTE STADT</a:t>
            </a:r>
          </a:p>
          <a:p>
            <a:pPr algn="l"/>
            <a:r>
              <a:rPr sz="2000" b="1">
                <a:solidFill>
                  <a:srgbClr val="F5F7FA"/>
                </a:solidFill>
                <a:latin typeface="Calibri"/>
              </a:rPr>
              <a:t>Billings</a:t>
            </a:r>
          </a:p>
        </p:txBody>
      </p:sp>
      <p:sp>
        <p:nvSpPr>
          <p:cNvPr id="12" name="Zeile3"/>
          <p:cNvSpPr/>
          <p:nvPr/>
        </p:nvSpPr>
        <p:spPr>
          <a:xfrm>
            <a:off x="6400800" y="402336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FLÄCHE</a:t>
            </a:r>
          </a:p>
          <a:p>
            <a:pPr algn="l"/>
            <a:r>
              <a:rPr sz="2000" b="1">
                <a:solidFill>
                  <a:srgbClr val="F5F7FA"/>
                </a:solidFill>
                <a:latin typeface="Calibri"/>
              </a:rPr>
              <a:t>rund 147.000 Quadratmeilen</a:t>
            </a:r>
          </a:p>
        </p:txBody>
      </p:sp>
      <p:sp>
        <p:nvSpPr>
          <p:cNvPr id="13" name="Zeile4"/>
          <p:cNvSpPr/>
          <p:nvPr/>
        </p:nvSpPr>
        <p:spPr>
          <a:xfrm>
            <a:off x="6400800" y="502920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DICHTE</a:t>
            </a:r>
          </a:p>
          <a:p>
            <a:pPr algn="l"/>
            <a:r>
              <a:rPr sz="2000" b="1">
                <a:solidFill>
                  <a:srgbClr val="F5F7FA"/>
                </a:solidFill>
                <a:latin typeface="Calibri"/>
              </a:rPr>
              <a:t>ca. 3 Einwohner pro km²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080"/>
                                  </p:stCondLst>
                                  <p:childTnLst>
                                    <p:par>
                                      <p:cTn id="20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250"/>
                                  </p:stCondLst>
                                  <p:childTnLst>
                                    <p:par>
                                      <p:cTn id="2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intergrund6" descr="titel-hintergrund.jpg"/>
          <p:cNvPicPr>
            <a:picLocks noChangeAspect="1"/>
          </p:cNvPicPr>
          <p:nvPr/>
        </p:nvPicPr>
        <p:blipFill>
          <a:blip r:embed="rId2"/>
          <a:srcRect l="389" r="38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erlay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Jahr1"/>
          <p:cNvSpPr txBox="1"/>
          <p:nvPr/>
        </p:nvSpPr>
        <p:spPr>
          <a:xfrm>
            <a:off x="822960" y="237744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E9B44C"/>
                </a:solidFill>
                <a:latin typeface="Calibri"/>
              </a:rPr>
              <a:t>1803</a:t>
            </a:r>
          </a:p>
        </p:txBody>
      </p:sp>
      <p:sp>
        <p:nvSpPr>
          <p:cNvPr id="5" name="Ereignis1"/>
          <p:cNvSpPr txBox="1"/>
          <p:nvPr/>
        </p:nvSpPr>
        <p:spPr>
          <a:xfrm>
            <a:off x="822960" y="35661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Calibri"/>
              </a:rPr>
              <a:t>Louisiana Purchase</a:t>
            </a:r>
          </a:p>
        </p:txBody>
      </p:sp>
      <p:sp>
        <p:nvSpPr>
          <p:cNvPr id="6" name="Jahr2"/>
          <p:cNvSpPr txBox="1"/>
          <p:nvPr/>
        </p:nvSpPr>
        <p:spPr>
          <a:xfrm>
            <a:off x="4572000" y="237744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E9B44C"/>
                </a:solidFill>
                <a:latin typeface="Calibri"/>
              </a:rPr>
              <a:t>1864</a:t>
            </a:r>
          </a:p>
        </p:txBody>
      </p:sp>
      <p:sp>
        <p:nvSpPr>
          <p:cNvPr id="7" name="Ereignis2"/>
          <p:cNvSpPr txBox="1"/>
          <p:nvPr/>
        </p:nvSpPr>
        <p:spPr>
          <a:xfrm>
            <a:off x="4572000" y="35661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Calibri"/>
              </a:rPr>
              <a:t>Montana-Territorium</a:t>
            </a:r>
          </a:p>
        </p:txBody>
      </p:sp>
      <p:sp>
        <p:nvSpPr>
          <p:cNvPr id="8" name="Jahr3"/>
          <p:cNvSpPr txBox="1"/>
          <p:nvPr/>
        </p:nvSpPr>
        <p:spPr>
          <a:xfrm>
            <a:off x="8321040" y="2377440"/>
            <a:ext cx="3474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E9B44C"/>
                </a:solidFill>
                <a:latin typeface="Calibri"/>
              </a:rPr>
              <a:t>1889</a:t>
            </a:r>
          </a:p>
        </p:txBody>
      </p:sp>
      <p:sp>
        <p:nvSpPr>
          <p:cNvPr id="9" name="Ereignis3"/>
          <p:cNvSpPr txBox="1"/>
          <p:nvPr/>
        </p:nvSpPr>
        <p:spPr>
          <a:xfrm>
            <a:off x="8321040" y="356616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5F7FA"/>
                </a:solidFill>
                <a:latin typeface="Calibri"/>
              </a:rPr>
              <a:t>41. Bundesstaat</a:t>
            </a:r>
          </a:p>
        </p:txBody>
      </p:sp>
      <p:sp>
        <p:nvSpPr>
          <p:cNvPr id="10" name="ZwischenLabel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EC4B6"/>
                </a:solidFill>
                <a:latin typeface="Calibri"/>
              </a:rPr>
              <a:t>Zeitreise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4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660"/>
                                  </p:stCondLst>
                                  <p:childTnLst>
                                    <p:par>
                                      <p:cTn id="8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5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920"/>
                                  </p:stCondLst>
                                  <p:childTnLst>
                                    <p:par>
                                      <p:cTn id="12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6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2180"/>
                                  </p:stCondLst>
                                  <p:childTnLst>
                                    <p:par>
                                      <p:cTn id="16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440"/>
                                  </p:stCondLst>
                                  <p:childTnLst>
                                    <p:par>
                                      <p:cTn id="20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700"/>
                                  </p:stCondLst>
                                  <p:childTnLst>
                                    <p:par>
                                      <p:cTn id="2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960"/>
                                  </p:stCondLst>
                                  <p:childTnLst>
                                    <p:par>
                                      <p:cTn id="28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0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03 · GESCHICHTE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Vom Goldrausch zum 41. Staat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7</a:t>
            </a:r>
          </a:p>
        </p:txBody>
      </p:sp>
      <p:sp>
        <p:nvSpPr>
          <p:cNvPr id="7" name="Zeitachse"/>
          <p:cNvSpPr/>
          <p:nvPr/>
        </p:nvSpPr>
        <p:spPr>
          <a:xfrm>
            <a:off x="914400" y="3520440"/>
            <a:ext cx="10332720" cy="45720"/>
          </a:xfrm>
          <a:prstGeom prst="rect">
            <a:avLst/>
          </a:prstGeom>
          <a:solidFill>
            <a:srgbClr val="9A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unkt1"/>
          <p:cNvSpPr/>
          <p:nvPr/>
        </p:nvSpPr>
        <p:spPr>
          <a:xfrm>
            <a:off x="1316736" y="3383280"/>
            <a:ext cx="292608" cy="292608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Jahr1"/>
          <p:cNvSpPr txBox="1"/>
          <p:nvPr/>
        </p:nvSpPr>
        <p:spPr>
          <a:xfrm>
            <a:off x="274320" y="22402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9B44C"/>
                </a:solidFill>
                <a:latin typeface="Calibri"/>
              </a:rPr>
              <a:t>1803</a:t>
            </a:r>
          </a:p>
        </p:txBody>
      </p:sp>
      <p:sp>
        <p:nvSpPr>
          <p:cNvPr id="10" name="Text1"/>
          <p:cNvSpPr txBox="1"/>
          <p:nvPr/>
        </p:nvSpPr>
        <p:spPr>
          <a:xfrm>
            <a:off x="137160" y="3977639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Calibri"/>
              </a:rPr>
              <a:t>Louisiana Purchase: das Gebiet kommt zu den USA</a:t>
            </a:r>
          </a:p>
        </p:txBody>
      </p:sp>
      <p:sp>
        <p:nvSpPr>
          <p:cNvPr id="11" name="Punkt2"/>
          <p:cNvSpPr/>
          <p:nvPr/>
        </p:nvSpPr>
        <p:spPr>
          <a:xfrm>
            <a:off x="4334256" y="3383280"/>
            <a:ext cx="292608" cy="292608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Jahr2"/>
          <p:cNvSpPr txBox="1"/>
          <p:nvPr/>
        </p:nvSpPr>
        <p:spPr>
          <a:xfrm>
            <a:off x="3291840" y="22402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9B44C"/>
                </a:solidFill>
                <a:latin typeface="Calibri"/>
              </a:rPr>
              <a:t>1858</a:t>
            </a:r>
          </a:p>
        </p:txBody>
      </p:sp>
      <p:sp>
        <p:nvSpPr>
          <p:cNvPr id="13" name="Text2"/>
          <p:cNvSpPr txBox="1"/>
          <p:nvPr/>
        </p:nvSpPr>
        <p:spPr>
          <a:xfrm>
            <a:off x="3154680" y="3977639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Calibri"/>
              </a:rPr>
              <a:t>Goldfund: Zuwanderung und Städte entstehen</a:t>
            </a:r>
          </a:p>
        </p:txBody>
      </p:sp>
      <p:sp>
        <p:nvSpPr>
          <p:cNvPr id="14" name="Punkt3"/>
          <p:cNvSpPr/>
          <p:nvPr/>
        </p:nvSpPr>
        <p:spPr>
          <a:xfrm>
            <a:off x="7351775" y="3383280"/>
            <a:ext cx="292608" cy="292608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Jahr3"/>
          <p:cNvSpPr txBox="1"/>
          <p:nvPr/>
        </p:nvSpPr>
        <p:spPr>
          <a:xfrm>
            <a:off x="6309359" y="22402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9B44C"/>
                </a:solidFill>
                <a:latin typeface="Calibri"/>
              </a:rPr>
              <a:t>1864</a:t>
            </a:r>
          </a:p>
        </p:txBody>
      </p:sp>
      <p:sp>
        <p:nvSpPr>
          <p:cNvPr id="16" name="Text3"/>
          <p:cNvSpPr txBox="1"/>
          <p:nvPr/>
        </p:nvSpPr>
        <p:spPr>
          <a:xfrm>
            <a:off x="6172199" y="3977639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Calibri"/>
              </a:rPr>
              <a:t>Montana-Territorium entsteht (26. Mai)</a:t>
            </a:r>
          </a:p>
        </p:txBody>
      </p:sp>
      <p:sp>
        <p:nvSpPr>
          <p:cNvPr id="17" name="Punkt4"/>
          <p:cNvSpPr/>
          <p:nvPr/>
        </p:nvSpPr>
        <p:spPr>
          <a:xfrm>
            <a:off x="10369295" y="3383280"/>
            <a:ext cx="292608" cy="292608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Jahr4"/>
          <p:cNvSpPr txBox="1"/>
          <p:nvPr/>
        </p:nvSpPr>
        <p:spPr>
          <a:xfrm>
            <a:off x="9326879" y="224028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9B44C"/>
                </a:solidFill>
                <a:latin typeface="Calibri"/>
              </a:rPr>
              <a:t>1889</a:t>
            </a:r>
          </a:p>
        </p:txBody>
      </p:sp>
      <p:sp>
        <p:nvSpPr>
          <p:cNvPr id="19" name="Text4"/>
          <p:cNvSpPr txBox="1"/>
          <p:nvPr/>
        </p:nvSpPr>
        <p:spPr>
          <a:xfrm>
            <a:off x="9189719" y="3977639"/>
            <a:ext cx="2651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5F7FA"/>
                </a:solidFill>
                <a:latin typeface="Calibri"/>
              </a:rPr>
              <a:t>Aufnahme als 41. Staat (8. November)</a:t>
            </a:r>
          </a:p>
        </p:txBody>
      </p:sp>
      <p:sp>
        <p:nvSpPr>
          <p:cNvPr id="20" name="Hinweis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8BF"/>
                </a:solidFill>
                <a:latin typeface="Calibri"/>
              </a:rPr>
              <a:t>Lange vor 1803 lebten hier viele indigene Völker. Ihre Geschichte beginnt nicht mit der Landnahme.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080"/>
                                  </p:stCondLst>
                                  <p:childTnLst>
                                    <p:par>
                                      <p:cTn id="20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250"/>
                                  </p:stCondLst>
                                  <p:childTnLst>
                                    <p:par>
                                      <p:cTn id="2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700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420"/>
                                  </p:stCondLst>
                                  <p:childTnLst>
                                    <p:par>
                                      <p:cTn id="28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0" dur="700" fill="hold"/>
                                              <p:tgtEl>
                                                <p:spTgt spid="15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5" fill="hold">
                                  <p:stCondLst>
                                    <p:cond delay="2590"/>
                                  </p:stCondLst>
                                  <p:childTnLst>
                                    <p:par>
                                      <p:cTn id="32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4" dur="700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9" fill="hold">
                                  <p:stCondLst>
                                    <p:cond delay="2760"/>
                                  </p:stCondLst>
                                  <p:childTnLst>
                                    <p:par>
                                      <p:cTn id="3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3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8" dur="700" fill="hold"/>
                                              <p:tgtEl>
                                                <p:spTgt spid="16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3" fill="hold">
                                  <p:stCondLst>
                                    <p:cond delay="2930"/>
                                  </p:stCondLst>
                                  <p:childTnLst>
                                    <p:par>
                                      <p:cTn id="40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42" dur="700" fill="hold"/>
                                              <p:tgtEl>
                                                <p:spTgt spid="1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7" fill="hold">
                                  <p:stCondLst>
                                    <p:cond delay="3100"/>
                                  </p:stCondLst>
                                  <p:childTnLst>
                                    <p:par>
                                      <p:cTn id="4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46" dur="700" fill="hold"/>
                                              <p:tgtEl>
                                                <p:spTgt spid="1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1" fill="hold">
                                  <p:stCondLst>
                                    <p:cond delay="3270"/>
                                  </p:stCondLst>
                                  <p:childTnLst>
                                    <p:par>
                                      <p:cTn id="4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4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50" dur="700" fill="hold"/>
                                              <p:tgtEl>
                                                <p:spTgt spid="1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5" fill="hold">
                                  <p:stCondLst>
                                    <p:cond delay="3440"/>
                                  </p:stCondLst>
                                  <p:childTnLst>
                                    <p:par>
                                      <p:cTn id="52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54" dur="700" fill="hold"/>
                                              <p:tgtEl>
                                                <p:spTgt spid="20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 animBg="1"/>
      <p:bldP spid="12" grpId="0" animBg="1"/>
      <p:bldP spid="11" grpId="0" animBg="1"/>
      <p:bldP spid="13" grpId="0" animBg="1"/>
      <p:bldP spid="15" grpId="0" animBg="1"/>
      <p:bldP spid="14" grpId="0" animBg="1"/>
      <p:bldP spid="16" grpId="0" animBg="1"/>
      <p:bldP spid="18" grpId="0" animBg="1"/>
      <p:bldP spid="17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04 · NATUR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Glacier National Park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8</a:t>
            </a:r>
          </a:p>
        </p:txBody>
      </p:sp>
      <p:sp>
        <p:nvSpPr>
          <p:cNvPr id="7" name="Stat1"/>
          <p:cNvSpPr/>
          <p:nvPr/>
        </p:nvSpPr>
        <p:spPr>
          <a:xfrm>
            <a:off x="640080" y="201168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/>
            <a:r>
              <a:rPr sz="3000" b="1">
                <a:solidFill>
                  <a:srgbClr val="E9B44C"/>
                </a:solidFill>
                <a:latin typeface="Calibri"/>
              </a:rPr>
              <a:t>1910</a:t>
            </a:r>
          </a:p>
          <a:p>
            <a:pPr algn="l"/>
            <a:r>
              <a:rPr sz="1500" b="0">
                <a:solidFill>
                  <a:srgbClr val="F5F7FA"/>
                </a:solidFill>
                <a:latin typeface="Calibri"/>
              </a:rPr>
              <a:t>Gründung des Nationalparks</a:t>
            </a:r>
          </a:p>
        </p:txBody>
      </p:sp>
      <p:sp>
        <p:nvSpPr>
          <p:cNvPr id="8" name="Stat2"/>
          <p:cNvSpPr/>
          <p:nvPr/>
        </p:nvSpPr>
        <p:spPr>
          <a:xfrm>
            <a:off x="640080" y="3035808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/>
            <a:r>
              <a:rPr sz="3000" b="1">
                <a:solidFill>
                  <a:srgbClr val="E9B44C"/>
                </a:solidFill>
                <a:latin typeface="Calibri"/>
              </a:rPr>
              <a:t>26</a:t>
            </a:r>
          </a:p>
          <a:p>
            <a:pPr algn="l"/>
            <a:r>
              <a:rPr sz="1500" b="0">
                <a:solidFill>
                  <a:srgbClr val="F5F7FA"/>
                </a:solidFill>
                <a:latin typeface="Calibri"/>
              </a:rPr>
              <a:t>benannte Gletscher (um 1850: ca. 150)</a:t>
            </a:r>
          </a:p>
        </p:txBody>
      </p:sp>
      <p:sp>
        <p:nvSpPr>
          <p:cNvPr id="9" name="Stat3"/>
          <p:cNvSpPr/>
          <p:nvPr/>
        </p:nvSpPr>
        <p:spPr>
          <a:xfrm>
            <a:off x="640080" y="4059936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/>
            <a:r>
              <a:rPr sz="3000" b="1">
                <a:solidFill>
                  <a:srgbClr val="E9B44C"/>
                </a:solidFill>
                <a:latin typeface="Calibri"/>
              </a:rPr>
              <a:t>762</a:t>
            </a:r>
          </a:p>
          <a:p>
            <a:pPr algn="l"/>
            <a:r>
              <a:rPr sz="1500" b="0">
                <a:solidFill>
                  <a:srgbClr val="F5F7FA"/>
                </a:solidFill>
                <a:latin typeface="Calibri"/>
              </a:rPr>
              <a:t>Seen im Park</a:t>
            </a:r>
          </a:p>
        </p:txBody>
      </p:sp>
      <p:sp>
        <p:nvSpPr>
          <p:cNvPr id="10" name="Stat4"/>
          <p:cNvSpPr/>
          <p:nvPr/>
        </p:nvSpPr>
        <p:spPr>
          <a:xfrm>
            <a:off x="640080" y="5084064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/>
            <a:r>
              <a:rPr sz="3000" b="1">
                <a:solidFill>
                  <a:srgbClr val="E9B44C"/>
                </a:solidFill>
                <a:latin typeface="Calibri"/>
              </a:rPr>
              <a:t>3.190 m</a:t>
            </a:r>
          </a:p>
          <a:p>
            <a:pPr algn="l"/>
            <a:r>
              <a:rPr sz="1500" b="0">
                <a:solidFill>
                  <a:srgbClr val="F5F7FA"/>
                </a:solidFill>
                <a:latin typeface="Calibri"/>
              </a:rPr>
              <a:t>höchster Gipfel: Mount Cleveland</a:t>
            </a:r>
          </a:p>
        </p:txBody>
      </p:sp>
      <p:pic>
        <p:nvPicPr>
          <p:cNvPr id="11" name="Bild_Natur" descr="natur-hintergrund.jpg"/>
          <p:cNvPicPr>
            <a:picLocks noChangeAspect="1"/>
          </p:cNvPicPr>
          <p:nvPr/>
        </p:nvPicPr>
        <p:blipFill>
          <a:blip r:embed="rId2"/>
          <a:srcRect l="24575" r="24575"/>
          <a:stretch>
            <a:fillRect/>
          </a:stretch>
        </p:blipFill>
        <p:spPr>
          <a:xfrm>
            <a:off x="5943600" y="0"/>
            <a:ext cx="62480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05 · WIRTSCHAFT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Mehr als Rinder und Weizen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9</a:t>
            </a:r>
          </a:p>
        </p:txBody>
      </p:sp>
      <p:pic>
        <p:nvPicPr>
          <p:cNvPr id="7" name="Bild_Farm" descr="farm-usgs.jpg"/>
          <p:cNvPicPr>
            <a:picLocks noChangeAspect="1"/>
          </p:cNvPicPr>
          <p:nvPr/>
        </p:nvPicPr>
        <p:blipFill>
          <a:blip r:embed="rId2"/>
          <a:srcRect l="1163" r="1163"/>
          <a:stretch>
            <a:fillRect/>
          </a:stretch>
        </p:blipFill>
        <p:spPr>
          <a:xfrm>
            <a:off x="640080" y="2011680"/>
            <a:ext cx="5120640" cy="3931920"/>
          </a:xfrm>
          <a:prstGeom prst="rect">
            <a:avLst/>
          </a:prstGeom>
        </p:spPr>
      </p:pic>
      <p:sp>
        <p:nvSpPr>
          <p:cNvPr id="8" name="Karte1"/>
          <p:cNvSpPr/>
          <p:nvPr/>
        </p:nvSpPr>
        <p:spPr>
          <a:xfrm>
            <a:off x="6217920" y="20116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7FA"/>
                </a:solidFill>
                <a:latin typeface="Calibri"/>
              </a:rPr>
              <a:t>Landwirtschaft</a:t>
            </a:r>
          </a:p>
          <a:p>
            <a:pPr algn="l"/>
            <a:r>
              <a:rPr sz="1500" b="0">
                <a:solidFill>
                  <a:srgbClr val="9AA8BF"/>
                </a:solidFill>
                <a:latin typeface="Calibri"/>
              </a:rPr>
              <a:t>Rinder- und Getreideanbau, rund 28.000 Farmen</a:t>
            </a:r>
          </a:p>
        </p:txBody>
      </p:sp>
      <p:sp>
        <p:nvSpPr>
          <p:cNvPr id="9" name="Karte2"/>
          <p:cNvSpPr/>
          <p:nvPr/>
        </p:nvSpPr>
        <p:spPr>
          <a:xfrm>
            <a:off x="6217920" y="33832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7FA"/>
                </a:solidFill>
                <a:latin typeface="Calibri"/>
              </a:rPr>
              <a:t>Bergbau &amp; Energie</a:t>
            </a:r>
          </a:p>
          <a:p>
            <a:pPr algn="l"/>
            <a:r>
              <a:rPr sz="1500" b="0">
                <a:solidFill>
                  <a:srgbClr val="9AA8BF"/>
                </a:solidFill>
                <a:latin typeface="Calibri"/>
              </a:rPr>
              <a:t>Öl, Gas, Kohle und Metalle</a:t>
            </a:r>
          </a:p>
        </p:txBody>
      </p:sp>
      <p:sp>
        <p:nvSpPr>
          <p:cNvPr id="10" name="Karte3"/>
          <p:cNvSpPr/>
          <p:nvPr/>
        </p:nvSpPr>
        <p:spPr>
          <a:xfrm>
            <a:off x="6217920" y="4754880"/>
            <a:ext cx="5303520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5F7FA"/>
                </a:solidFill>
                <a:latin typeface="Calibri"/>
              </a:rPr>
              <a:t>Tourismus</a:t>
            </a:r>
          </a:p>
          <a:p>
            <a:pPr algn="l"/>
            <a:r>
              <a:rPr sz="1500" b="0">
                <a:solidFill>
                  <a:srgbClr val="9AA8BF"/>
                </a:solidFill>
                <a:latin typeface="Calibri"/>
              </a:rPr>
              <a:t>13,7 Mio. Besucher 2024, so viele wie nie</a:t>
            </a:r>
          </a:p>
        </p:txBody>
      </p:sp>
      <p:sp>
        <p:nvSpPr>
          <p:cNvPr id="11" name="Kennzahl"/>
          <p:cNvSpPr txBox="1"/>
          <p:nvPr/>
        </p:nvSpPr>
        <p:spPr>
          <a:xfrm>
            <a:off x="6217920" y="60350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C4B6"/>
                </a:solidFill>
                <a:latin typeface="Calibri"/>
              </a:rPr>
              <a:t>BIP 2025: rund 82,3 Mrd. USD (BEA)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06 · KULTUR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Viele Kulturen, eine Landschaft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10</a:t>
            </a:r>
          </a:p>
        </p:txBody>
      </p:sp>
      <p:sp>
        <p:nvSpPr>
          <p:cNvPr id="7" name="Karte1"/>
          <p:cNvSpPr/>
          <p:nvPr/>
        </p:nvSpPr>
        <p:spPr>
          <a:xfrm>
            <a:off x="640080" y="201168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11 Stammesnationen</a:t>
            </a:r>
          </a:p>
          <a:p>
            <a:pPr algn="l"/>
            <a:r>
              <a:rPr sz="1600" b="0">
                <a:solidFill>
                  <a:srgbClr val="9AA8BF"/>
                </a:solidFill>
                <a:latin typeface="Calibri"/>
              </a:rPr>
              <a:t>leben auf sieben Reservaten in Montana. Die Little Shell Band of Chippewa hat kein eigenes Land.</a:t>
            </a:r>
          </a:p>
        </p:txBody>
      </p:sp>
      <p:sp>
        <p:nvSpPr>
          <p:cNvPr id="8" name="Akzent1"/>
          <p:cNvSpPr/>
          <p:nvPr/>
        </p:nvSpPr>
        <p:spPr>
          <a:xfrm>
            <a:off x="640080" y="2240280"/>
            <a:ext cx="73152" cy="7315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arte2"/>
          <p:cNvSpPr/>
          <p:nvPr/>
        </p:nvSpPr>
        <p:spPr>
          <a:xfrm>
            <a:off x="640080" y="342900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Crow Fair seit 1909</a:t>
            </a:r>
          </a:p>
          <a:p>
            <a:pPr algn="l"/>
            <a:r>
              <a:rPr sz="1600" b="0">
                <a:solidFill>
                  <a:srgbClr val="9AA8BF"/>
                </a:solidFill>
                <a:latin typeface="Calibri"/>
              </a:rPr>
              <a:t>eines der größten indigenen Treffen Nordamerikas, mit rund 45.000 Besuchern und Teilnehmern.</a:t>
            </a:r>
          </a:p>
        </p:txBody>
      </p:sp>
      <p:sp>
        <p:nvSpPr>
          <p:cNvPr id="10" name="Akzent2"/>
          <p:cNvSpPr/>
          <p:nvPr/>
        </p:nvSpPr>
        <p:spPr>
          <a:xfrm>
            <a:off x="640080" y="3657600"/>
            <a:ext cx="73152" cy="731520"/>
          </a:xfrm>
          <a:prstGeom prst="rect">
            <a:avLst/>
          </a:prstGeom>
          <a:solidFill>
            <a:srgbClr val="5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arte3"/>
          <p:cNvSpPr/>
          <p:nvPr/>
        </p:nvSpPr>
        <p:spPr>
          <a:xfrm>
            <a:off x="640080" y="4846320"/>
            <a:ext cx="10881360" cy="11887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5F7FA"/>
                </a:solidFill>
                <a:latin typeface="Calibri"/>
              </a:rPr>
              <a:t>Charles M. Russell</a:t>
            </a:r>
          </a:p>
          <a:p>
            <a:pPr algn="l"/>
            <a:r>
              <a:rPr sz="1600" b="0">
                <a:solidFill>
                  <a:srgbClr val="9AA8BF"/>
                </a:solidFill>
                <a:latin typeface="Calibri"/>
              </a:rPr>
              <a:t>„the cowboy artist“ schuf über 2.000 Gemälde über Cowboys, Indigene und Landschaften.</a:t>
            </a:r>
          </a:p>
        </p:txBody>
      </p:sp>
      <p:sp>
        <p:nvSpPr>
          <p:cNvPr id="12" name="Akzent3"/>
          <p:cNvSpPr/>
          <p:nvPr/>
        </p:nvSpPr>
        <p:spPr>
          <a:xfrm>
            <a:off x="640080" y="5074920"/>
            <a:ext cx="73152" cy="7315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080"/>
                                  </p:stCondLst>
                                  <p:childTnLst>
                                    <p:par>
                                      <p:cTn id="20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250"/>
                                  </p:stCondLst>
                                  <p:childTnLst>
                                    <p:par>
                                      <p:cTn id="2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700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07 · ZAHLEN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Montana in Zahlen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11</a:t>
            </a:r>
          </a:p>
        </p:txBody>
      </p:sp>
      <p:sp>
        <p:nvSpPr>
          <p:cNvPr id="7" name="Zahl1"/>
          <p:cNvSpPr/>
          <p:nvPr/>
        </p:nvSpPr>
        <p:spPr>
          <a:xfrm>
            <a:off x="640080" y="2377440"/>
            <a:ext cx="2560320" cy="30175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9B44C"/>
                </a:solidFill>
                <a:latin typeface="Calibri"/>
              </a:rPr>
              <a:t>1.144.694</a:t>
            </a:r>
          </a:p>
          <a:p>
            <a:pPr algn="l"/>
            <a:r>
              <a:rPr sz="1600" b="0">
                <a:solidFill>
                  <a:srgbClr val="F5F7FA"/>
                </a:solidFill>
                <a:latin typeface="Calibri"/>
              </a:rPr>
              <a:t>Einwohner (Schätzung 2025)</a:t>
            </a:r>
          </a:p>
        </p:txBody>
      </p:sp>
      <p:sp>
        <p:nvSpPr>
          <p:cNvPr id="8" name="Zahl2"/>
          <p:cNvSpPr/>
          <p:nvPr/>
        </p:nvSpPr>
        <p:spPr>
          <a:xfrm>
            <a:off x="3429000" y="2377440"/>
            <a:ext cx="2560320" cy="30175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9B44C"/>
                </a:solidFill>
                <a:latin typeface="Calibri"/>
              </a:rPr>
              <a:t>1,01 Mio.</a:t>
            </a:r>
          </a:p>
          <a:p>
            <a:pPr algn="l"/>
            <a:r>
              <a:rPr sz="1600" b="0">
                <a:solidFill>
                  <a:srgbClr val="F5F7FA"/>
                </a:solidFill>
                <a:latin typeface="Calibri"/>
              </a:rPr>
              <a:t>Acres Glacier National Park</a:t>
            </a:r>
          </a:p>
        </p:txBody>
      </p:sp>
      <p:sp>
        <p:nvSpPr>
          <p:cNvPr id="9" name="Zahl3"/>
          <p:cNvSpPr/>
          <p:nvPr/>
        </p:nvSpPr>
        <p:spPr>
          <a:xfrm>
            <a:off x="6217920" y="2377440"/>
            <a:ext cx="2560320" cy="30175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9B44C"/>
                </a:solidFill>
                <a:latin typeface="Calibri"/>
              </a:rPr>
              <a:t>13,7 Mio.</a:t>
            </a:r>
          </a:p>
          <a:p>
            <a:pPr algn="l"/>
            <a:r>
              <a:rPr sz="1600" b="0">
                <a:solidFill>
                  <a:srgbClr val="F5F7FA"/>
                </a:solidFill>
                <a:latin typeface="Calibri"/>
              </a:rPr>
              <a:t>Besucher im Jahr 2024</a:t>
            </a:r>
          </a:p>
        </p:txBody>
      </p:sp>
      <p:sp>
        <p:nvSpPr>
          <p:cNvPr id="10" name="Zahl4"/>
          <p:cNvSpPr/>
          <p:nvPr/>
        </p:nvSpPr>
        <p:spPr>
          <a:xfrm>
            <a:off x="9006839" y="2377440"/>
            <a:ext cx="2560320" cy="301752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E9B44C"/>
                </a:solidFill>
                <a:latin typeface="Calibri"/>
              </a:rPr>
              <a:t>41.</a:t>
            </a:r>
          </a:p>
          <a:p>
            <a:pPr algn="l"/>
            <a:r>
              <a:rPr sz="1600" b="0">
                <a:solidFill>
                  <a:srgbClr val="F5F7FA"/>
                </a:solidFill>
                <a:latin typeface="Calibri"/>
              </a:rPr>
              <a:t>Bundesstaat seit 8. November 1889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08 · FAZIT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Drei Gedanken zum Mitnehmen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12</a:t>
            </a:r>
          </a:p>
        </p:txBody>
      </p:sp>
      <p:sp>
        <p:nvSpPr>
          <p:cNvPr id="7" name="Nummer1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0B1120"/>
                </a:solidFill>
                <a:latin typeface="Calibri"/>
              </a:rPr>
              <a:t>1</a:t>
            </a:r>
          </a:p>
        </p:txBody>
      </p:sp>
      <p:sp>
        <p:nvSpPr>
          <p:cNvPr id="8" name="Punkt1"/>
          <p:cNvSpPr txBox="1"/>
          <p:nvPr/>
        </p:nvSpPr>
        <p:spPr>
          <a:xfrm>
            <a:off x="1737360" y="2011680"/>
            <a:ext cx="9784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F7FA"/>
                </a:solidFill>
                <a:latin typeface="Calibri"/>
              </a:rPr>
              <a:t>Montana ist riesig und dünn besiedelt. Weite prägt Leben und Wirtschaft.</a:t>
            </a:r>
          </a:p>
        </p:txBody>
      </p:sp>
      <p:sp>
        <p:nvSpPr>
          <p:cNvPr id="9" name="Nummer2"/>
          <p:cNvSpPr/>
          <p:nvPr/>
        </p:nvSpPr>
        <p:spPr>
          <a:xfrm>
            <a:off x="640080" y="3108960"/>
            <a:ext cx="822960" cy="822960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0B1120"/>
                </a:solidFill>
                <a:latin typeface="Calibri"/>
              </a:rPr>
              <a:t>2</a:t>
            </a:r>
          </a:p>
        </p:txBody>
      </p:sp>
      <p:sp>
        <p:nvSpPr>
          <p:cNvPr id="10" name="Punkt2"/>
          <p:cNvSpPr txBox="1"/>
          <p:nvPr/>
        </p:nvSpPr>
        <p:spPr>
          <a:xfrm>
            <a:off x="1737360" y="3108960"/>
            <a:ext cx="9784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F7FA"/>
                </a:solidFill>
                <a:latin typeface="Calibri"/>
              </a:rPr>
              <a:t>Geschichte und Gegenwart hängen zusammen: Gold, Land und indigene Kultur.</a:t>
            </a:r>
          </a:p>
        </p:txBody>
      </p:sp>
      <p:sp>
        <p:nvSpPr>
          <p:cNvPr id="11" name="Nummer3"/>
          <p:cNvSpPr/>
          <p:nvPr/>
        </p:nvSpPr>
        <p:spPr>
          <a:xfrm>
            <a:off x="640080" y="4206240"/>
            <a:ext cx="822960" cy="822960"/>
          </a:xfrm>
          <a:prstGeom prst="ellipse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3000" b="1">
                <a:solidFill>
                  <a:srgbClr val="0B1120"/>
                </a:solidFill>
                <a:latin typeface="Calibri"/>
              </a:rPr>
              <a:t>3</a:t>
            </a:r>
          </a:p>
        </p:txBody>
      </p:sp>
      <p:sp>
        <p:nvSpPr>
          <p:cNvPr id="12" name="Punkt3"/>
          <p:cNvSpPr txBox="1"/>
          <p:nvPr/>
        </p:nvSpPr>
        <p:spPr>
          <a:xfrm>
            <a:off x="1737360" y="4206240"/>
            <a:ext cx="9784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F7FA"/>
                </a:solidFill>
                <a:latin typeface="Calibri"/>
              </a:rPr>
              <a:t>Die Natur ist ein Schatz, und die schrumpfenden Gletscher zeigen, wie wichtig Schutz ist.</a:t>
            </a:r>
          </a:p>
        </p:txBody>
      </p:sp>
      <p:sp>
        <p:nvSpPr>
          <p:cNvPr id="13" name="Trennlinie"/>
          <p:cNvSpPr/>
          <p:nvPr/>
        </p:nvSpPr>
        <p:spPr>
          <a:xfrm>
            <a:off x="640080" y="5349240"/>
            <a:ext cx="10881360" cy="18288"/>
          </a:xfrm>
          <a:prstGeom prst="rect">
            <a:avLst/>
          </a:prstGeom>
          <a:solidFill>
            <a:srgbClr val="9AA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chlussatz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9B44C"/>
                </a:solidFill>
                <a:latin typeface="Calibri"/>
              </a:rPr>
              <a:t>Big Sky Country: ein Schatz, den es zu bewahren gilt.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70"/>
                                  </p:stCondLst>
                                  <p:childTnLst>
                                    <p:par>
                                      <p:cTn id="8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4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910"/>
                                  </p:stCondLst>
                                  <p:childTnLst>
                                    <p:par>
                                      <p:cTn id="16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0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3" fill="hold">
                                  <p:stCondLst>
                                    <p:cond delay="2080"/>
                                  </p:stCondLst>
                                  <p:childTnLst>
                                    <p:par>
                                      <p:cTn id="20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1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2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7" fill="hold">
                                  <p:stCondLst>
                                    <p:cond delay="2250"/>
                                  </p:stCondLst>
                                  <p:childTnLst>
                                    <p:par>
                                      <p:cTn id="2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26" dur="700" fill="hold"/>
                                              <p:tgtEl>
                                                <p:spTgt spid="12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1" fill="hold">
                                  <p:stCondLst>
                                    <p:cond delay="2420"/>
                                  </p:stCondLst>
                                  <p:childTnLst>
                                    <p:par>
                                      <p:cTn id="28" presetID="2" presetClass="entr" presetSubtype="1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2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30" dur="700" fill="hold"/>
                                              <p:tgtEl>
                                                <p:spTgt spid="14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09 · QUELLEN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Quellen &amp; Bildnachweis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13</a:t>
            </a:r>
          </a:p>
        </p:txBody>
      </p:sp>
      <p:sp>
        <p:nvSpPr>
          <p:cNvPr id="7" name="Quellen_Links"/>
          <p:cNvSpPr/>
          <p:nvPr/>
        </p:nvSpPr>
        <p:spPr>
          <a:xfrm>
            <a:off x="640080" y="201168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64592" bIns="164592"/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Wikipedia: Montana – en.wikipedia.org/wiki/Montana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Wikipedia: History of Montana – en.wikipedia.org/wiki/History_of_Montana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Wikipedia: Native Americans in Montana – en.wikipedia.org/wiki/Native_Americans_in_Montana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Britannica: Montana – britannica.com/place/Montana-state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History.com: Montana – history.com/articles/montana</a:t>
            </a:r>
          </a:p>
        </p:txBody>
      </p:sp>
      <p:sp>
        <p:nvSpPr>
          <p:cNvPr id="8" name="Quellen_Links2"/>
          <p:cNvSpPr/>
          <p:nvPr/>
        </p:nvSpPr>
        <p:spPr>
          <a:xfrm>
            <a:off x="6217920" y="2011680"/>
            <a:ext cx="5303520" cy="329184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64592" bIns="164592"/>
          <a:lstStyle/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Glacier National Park – glacier-nationalpark.com/about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Britannica Kids: Glacier National Park – kids.britannica.com/kids/article/Glacier-National-Park/489368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Montana Dept. of Labor &amp; Industry (2023) – lmi.mt.gov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Montana Beyond: Native American tribes – mtbeyond.com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USGS Image Gallery – usgs.gov/media/images/agricultural-field-great-plains-region-montana</a:t>
            </a:r>
          </a:p>
          <a:p>
            <a:pPr algn="l">
              <a:spcAft>
                <a:spcPts val="900"/>
              </a:spcAft>
            </a:pPr>
            <a:r>
              <a:rPr sz="1200" b="0">
                <a:solidFill>
                  <a:srgbClr val="F5F7FA"/>
                </a:solidFill>
                <a:latin typeface="Calibri"/>
              </a:rPr>
              <a:t>Grenzdaten US-Bundesstaaten – github.com/PublicaMundi/MappingAPI (MIT)</a:t>
            </a:r>
          </a:p>
        </p:txBody>
      </p:sp>
      <p:sp>
        <p:nvSpPr>
          <p:cNvPr id="9" name="Bildnachweis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AA8BF"/>
                </a:solidFill>
                <a:latin typeface="Calibri"/>
              </a:rPr>
              <a:t>Bilder: Farmfoto USGS (gemeinfrei). Titel- und Naturbild KI-generiert mit Arena.ai.</a:t>
            </a:r>
          </a:p>
          <a:p>
            <a:pPr algn="l"/>
            <a:r>
              <a:rPr sz="1300" b="0">
                <a:solidFill>
                  <a:srgbClr val="9AA8BF"/>
                </a:solidFill>
                <a:latin typeface="Calibri"/>
              </a:rPr>
              <a:t>Erstellt mit Arena.ai Agent · Oktober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600"/>
                                  </p:stCondLst>
                                  <p:childTnLst>
                                    <p:par>
                                      <p:cTn id="8" presetID="2" presetClass="entr" presetSubtype="4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8"/>
                                              </p:tgtEl>
                                              <p:attrNameLst>
                                                <p:attrName>ppt_y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h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y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80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1120"/>
            </a:gs>
            <a:gs pos="100000">
              <a:srgbClr val="27324A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40080" y="411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9B44C"/>
                </a:solidFill>
                <a:latin typeface="Calibri"/>
              </a:rPr>
              <a:t>10 · QUIZ</a:t>
            </a:r>
          </a:p>
        </p:txBody>
      </p:sp>
      <p:sp>
        <p:nvSpPr>
          <p:cNvPr id="3" name="Titel"/>
          <p:cNvSpPr txBox="1"/>
          <p:nvPr/>
        </p:nvSpPr>
        <p:spPr>
          <a:xfrm>
            <a:off x="640080" y="731520"/>
            <a:ext cx="9509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Calibri"/>
              </a:rPr>
              <a:t>Zeit für eure Fragen</a:t>
            </a:r>
          </a:p>
        </p:txBody>
      </p:sp>
      <p:sp>
        <p:nvSpPr>
          <p:cNvPr id="4" name="Linie"/>
          <p:cNvSpPr/>
          <p:nvPr/>
        </p:nvSpPr>
        <p:spPr>
          <a:xfrm>
            <a:off x="640080" y="1627632"/>
            <a:ext cx="1005840" cy="45720"/>
          </a:xfrm>
          <a:prstGeom prst="rect">
            <a:avLst/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usszeile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8BF"/>
                </a:solidFill>
                <a:latin typeface="Calibri"/>
              </a:rPr>
              <a:t>Montana · Präsentation</a:t>
            </a:r>
          </a:p>
        </p:txBody>
      </p:sp>
      <p:sp>
        <p:nvSpPr>
          <p:cNvPr id="6" name="Seitenzahl"/>
          <p:cNvSpPr txBox="1"/>
          <p:nvPr/>
        </p:nvSpPr>
        <p:spPr>
          <a:xfrm>
            <a:off x="10881360" y="635508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8BF"/>
                </a:solidFill>
                <a:latin typeface="Calibri"/>
              </a:rPr>
              <a:t>14</a:t>
            </a:r>
          </a:p>
        </p:txBody>
      </p:sp>
      <p:sp>
        <p:nvSpPr>
          <p:cNvPr id="7" name="Frage1"/>
          <p:cNvSpPr/>
          <p:nvPr/>
        </p:nvSpPr>
        <p:spPr>
          <a:xfrm>
            <a:off x="640080" y="1920240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FRAGE 1</a:t>
            </a:r>
          </a:p>
          <a:p>
            <a:pPr algn="l"/>
            <a:r>
              <a:rPr sz="1500" b="1">
                <a:solidFill>
                  <a:srgbClr val="F5F7FA"/>
                </a:solidFill>
                <a:latin typeface="Calibri"/>
              </a:rPr>
              <a:t>Wann wurde Montana der 41. US-Bundesstaat?</a:t>
            </a:r>
          </a:p>
        </p:txBody>
      </p:sp>
      <p:sp>
        <p:nvSpPr>
          <p:cNvPr id="8" name="Antwort1"/>
          <p:cNvSpPr/>
          <p:nvPr/>
        </p:nvSpPr>
        <p:spPr>
          <a:xfrm>
            <a:off x="7498079" y="1920240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B1120"/>
                </a:solidFill>
                <a:latin typeface="Calibri"/>
              </a:rPr>
              <a:t>Lösung</a:t>
            </a:r>
          </a:p>
          <a:p>
            <a:pPr algn="l"/>
            <a:r>
              <a:rPr sz="2000" b="1">
                <a:solidFill>
                  <a:srgbClr val="0B1120"/>
                </a:solidFill>
                <a:latin typeface="Calibri"/>
              </a:rPr>
              <a:t>8. November 1889</a:t>
            </a:r>
          </a:p>
        </p:txBody>
      </p:sp>
      <p:sp>
        <p:nvSpPr>
          <p:cNvPr id="9" name="Frage2"/>
          <p:cNvSpPr/>
          <p:nvPr/>
        </p:nvSpPr>
        <p:spPr>
          <a:xfrm>
            <a:off x="640080" y="2999232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FRAGE 2</a:t>
            </a:r>
          </a:p>
          <a:p>
            <a:pPr algn="l"/>
            <a:r>
              <a:rPr sz="1500" b="1">
                <a:solidFill>
                  <a:srgbClr val="F5F7FA"/>
                </a:solidFill>
                <a:latin typeface="Calibri"/>
              </a:rPr>
              <a:t>Wie heißt die Hauptstadt von Montana?</a:t>
            </a:r>
          </a:p>
        </p:txBody>
      </p:sp>
      <p:sp>
        <p:nvSpPr>
          <p:cNvPr id="10" name="Antwort2"/>
          <p:cNvSpPr/>
          <p:nvPr/>
        </p:nvSpPr>
        <p:spPr>
          <a:xfrm>
            <a:off x="7498079" y="2999232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B1120"/>
                </a:solidFill>
                <a:latin typeface="Calibri"/>
              </a:rPr>
              <a:t>Lösung</a:t>
            </a:r>
          </a:p>
          <a:p>
            <a:pPr algn="l"/>
            <a:r>
              <a:rPr sz="2000" b="1">
                <a:solidFill>
                  <a:srgbClr val="0B1120"/>
                </a:solidFill>
                <a:latin typeface="Calibri"/>
              </a:rPr>
              <a:t>Helena</a:t>
            </a:r>
          </a:p>
        </p:txBody>
      </p:sp>
      <p:sp>
        <p:nvSpPr>
          <p:cNvPr id="11" name="Frage3"/>
          <p:cNvSpPr/>
          <p:nvPr/>
        </p:nvSpPr>
        <p:spPr>
          <a:xfrm>
            <a:off x="640080" y="4078224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FRAGE 3</a:t>
            </a:r>
          </a:p>
          <a:p>
            <a:pPr algn="l"/>
            <a:r>
              <a:rPr sz="1500" b="1">
                <a:solidFill>
                  <a:srgbClr val="F5F7FA"/>
                </a:solidFill>
                <a:latin typeface="Calibri"/>
              </a:rPr>
              <a:t>Wie viele benannte Gletscher gibt es heute im Glacier National Park?</a:t>
            </a:r>
          </a:p>
        </p:txBody>
      </p:sp>
      <p:sp>
        <p:nvSpPr>
          <p:cNvPr id="12" name="Antwort3"/>
          <p:cNvSpPr/>
          <p:nvPr/>
        </p:nvSpPr>
        <p:spPr>
          <a:xfrm>
            <a:off x="7498079" y="4078224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B1120"/>
                </a:solidFill>
                <a:latin typeface="Calibri"/>
              </a:rPr>
              <a:t>Lösung</a:t>
            </a:r>
          </a:p>
          <a:p>
            <a:pPr algn="l"/>
            <a:r>
              <a:rPr sz="2000" b="1">
                <a:solidFill>
                  <a:srgbClr val="0B1120"/>
                </a:solidFill>
                <a:latin typeface="Calibri"/>
              </a:rPr>
              <a:t>26</a:t>
            </a:r>
          </a:p>
        </p:txBody>
      </p:sp>
      <p:sp>
        <p:nvSpPr>
          <p:cNvPr id="13" name="Frage4"/>
          <p:cNvSpPr/>
          <p:nvPr/>
        </p:nvSpPr>
        <p:spPr>
          <a:xfrm>
            <a:off x="640080" y="5157216"/>
            <a:ext cx="6583680" cy="914400"/>
          </a:xfrm>
          <a:prstGeom prst="roundRect">
            <a:avLst>
              <a:gd name="adj" fmla="val 8000"/>
            </a:avLst>
          </a:prstGeom>
          <a:solidFill>
            <a:srgbClr val="14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5EC4B6"/>
                </a:solidFill>
                <a:latin typeface="Calibri"/>
              </a:rPr>
              <a:t>FRAGE 4</a:t>
            </a:r>
          </a:p>
          <a:p>
            <a:pPr algn="l"/>
            <a:r>
              <a:rPr sz="1500" b="1">
                <a:solidFill>
                  <a:srgbClr val="F5F7FA"/>
                </a:solidFill>
                <a:latin typeface="Calibri"/>
              </a:rPr>
              <a:t>Welchen Rang belegt Montana unter den US-Bundesstaaten nach Fläche?</a:t>
            </a:r>
          </a:p>
        </p:txBody>
      </p:sp>
      <p:sp>
        <p:nvSpPr>
          <p:cNvPr id="14" name="Antwort4"/>
          <p:cNvSpPr/>
          <p:nvPr/>
        </p:nvSpPr>
        <p:spPr>
          <a:xfrm>
            <a:off x="7498079" y="5157216"/>
            <a:ext cx="4069080" cy="914400"/>
          </a:xfrm>
          <a:prstGeom prst="roundRect">
            <a:avLst>
              <a:gd name="adj" fmla="val 8000"/>
            </a:avLst>
          </a:prstGeom>
          <a:solidFill>
            <a:srgbClr val="E9B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B1120"/>
                </a:solidFill>
                <a:latin typeface="Calibri"/>
              </a:rPr>
              <a:t>Lösung</a:t>
            </a:r>
          </a:p>
          <a:p>
            <a:pPr algn="l"/>
            <a:r>
              <a:rPr sz="2000" b="1">
                <a:solidFill>
                  <a:srgbClr val="0B1120"/>
                </a:solidFill>
                <a:latin typeface="Calibri"/>
              </a:rPr>
              <a:t>Platz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>
                                  <p:stCondLst>
                                    <p:cond delay="1400"/>
                                  </p:stCondLst>
                                  <p:childTnLst>
                                    <p:par>
                                      <p:cTn id="4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5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6" dur="700" fill="hold"/>
                                              <p:tgtEl>
                                                <p:spTgt spid="7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" fill="hold">
                                  <p:stCondLst>
                                    <p:cond delay="1550"/>
                                  </p:stCondLst>
                                  <p:childTnLst>
                                    <p:par>
                                      <p:cTn id="8" presetID="2" presetClass="entr" presetSubtype="2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9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0" dur="700" fill="hold"/>
                                              <p:tgtEl>
                                                <p:spTgt spid="9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1+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5" fill="hold">
                                  <p:stCondLst>
                                    <p:cond delay="1700"/>
                                  </p:stCondLst>
                                  <p:childTnLst>
                                    <p:par>
                                      <p:cTn id="12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3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4" dur="700" fill="hold"/>
                                              <p:tgtEl>
                                                <p:spTgt spid="11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9" fill="hold">
                                  <p:stCondLst>
                                    <p:cond delay="1850"/>
                                  </p:stCondLst>
                                  <p:childTnLst>
                                    <p:par>
                                      <p:cTn id="16" presetID="2" presetClass="entr" presetSubtype="8" fill="hold" grpId="0" nodeType="afterEffect">
                                        <p:stCondLst>
                                          <p:cond delay="0"/>
                                        </p:stCondLst>
                                        <p:childTnLst>
                                          <p:set>
                                            <p:cBhvr>
                                              <p:cTn id="17" dur="1" fill="hold">
                                                <p:stCondLst>
                                                  <p:cond delay="0"/>
                                                </p:stCondLst>
                                              </p:cTn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style.visibility</p:attrName>
                                              </p:attrNameLst>
                                            </p:cBhvr>
                                            <p:to>
                                              <p:strVal val="visible"/>
                                            </p:to>
                                          </p:set>
                                          <p:anim calcmode="lin" valueType="num">
                                            <p:cBhvr additive="base">
                                              <p:cTn id="18" dur="700" fill="hold"/>
                                              <p:tgtEl>
                                                <p:spTgt spid="13"/>
                                              </p:tgtEl>
                                              <p:attrNameLst>
                                                <p:attrName>ppt_x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strVal val="0-#ppt_w/2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x"/>
                                                </p:val>
                                              </p:tav>
                                            </p:tavLst>
                                          </p:anim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8" grpId="0" animBg="1"/>
      <p:bldP spid="10" grpId="0" animBg="1"/>
      <p:bldP spid="12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